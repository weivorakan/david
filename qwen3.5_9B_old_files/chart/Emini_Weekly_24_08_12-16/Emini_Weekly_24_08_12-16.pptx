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5ECF0-C637-40BA-B372-CF77C1407953}" v="9" dt="2024-09-13T09:10:39.516"/>
    <p1510:client id="{986F993D-7137-41B8-8C52-64C0588687FF}" v="7" dt="2024-09-13T05:53:08.877"/>
    <p1510:client id="{D60A1B5C-5B7A-473F-8570-E9361C418792}" v="6" dt="2024-09-13T09:34:57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04" d="100"/>
          <a:sy n="104" d="100"/>
        </p:scale>
        <p:origin x="13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986F993D-7137-41B8-8C52-64C0588687FF}"/>
    <pc:docChg chg="custSel modSld">
      <pc:chgData name="Vorakan Thangsurbkul" userId="bc5ff030e26a0ccb" providerId="LiveId" clId="{986F993D-7137-41B8-8C52-64C0588687FF}" dt="2024-09-13T05:53:30.576" v="36" actId="1076"/>
      <pc:docMkLst>
        <pc:docMk/>
      </pc:docMkLst>
      <pc:sldChg chg="addSp delSp modSp mod">
        <pc:chgData name="Vorakan Thangsurbkul" userId="bc5ff030e26a0ccb" providerId="LiveId" clId="{986F993D-7137-41B8-8C52-64C0588687FF}" dt="2024-09-13T05:53:30.576" v="36" actId="1076"/>
        <pc:sldMkLst>
          <pc:docMk/>
          <pc:sldMk cId="417702505" sldId="256"/>
        </pc:sldMkLst>
        <pc:picChg chg="add del mod">
          <ac:chgData name="Vorakan Thangsurbkul" userId="bc5ff030e26a0ccb" providerId="LiveId" clId="{986F993D-7137-41B8-8C52-64C0588687FF}" dt="2024-09-13T05:40:52.161" v="6" actId="21"/>
          <ac:picMkLst>
            <pc:docMk/>
            <pc:sldMk cId="417702505" sldId="256"/>
            <ac:picMk id="3" creationId="{F81ABC79-50FF-7E30-3AA0-9298AFFE39DC}"/>
          </ac:picMkLst>
        </pc:picChg>
        <pc:picChg chg="add mod">
          <ac:chgData name="Vorakan Thangsurbkul" userId="bc5ff030e26a0ccb" providerId="LiveId" clId="{986F993D-7137-41B8-8C52-64C0588687FF}" dt="2024-09-13T05:42:27.162" v="9" actId="14100"/>
          <ac:picMkLst>
            <pc:docMk/>
            <pc:sldMk cId="417702505" sldId="256"/>
            <ac:picMk id="5" creationId="{4E4BD28F-CB23-17BC-FCD4-3990CA9DE816}"/>
          </ac:picMkLst>
        </pc:picChg>
        <pc:picChg chg="add mod">
          <ac:chgData name="Vorakan Thangsurbkul" userId="bc5ff030e26a0ccb" providerId="LiveId" clId="{986F993D-7137-41B8-8C52-64C0588687FF}" dt="2024-09-13T05:42:57.243" v="14" actId="1076"/>
          <ac:picMkLst>
            <pc:docMk/>
            <pc:sldMk cId="417702505" sldId="256"/>
            <ac:picMk id="7" creationId="{5DCF706D-0CB0-0213-3D4E-AF9655167F45}"/>
          </ac:picMkLst>
        </pc:picChg>
        <pc:picChg chg="add mod">
          <ac:chgData name="Vorakan Thangsurbkul" userId="bc5ff030e26a0ccb" providerId="LiveId" clId="{986F993D-7137-41B8-8C52-64C0588687FF}" dt="2024-09-13T05:50:34.087" v="19" actId="1076"/>
          <ac:picMkLst>
            <pc:docMk/>
            <pc:sldMk cId="417702505" sldId="256"/>
            <ac:picMk id="9" creationId="{9695E63D-A2F3-E076-0C9A-1B55B8A42874}"/>
          </ac:picMkLst>
        </pc:picChg>
        <pc:picChg chg="add mod">
          <ac:chgData name="Vorakan Thangsurbkul" userId="bc5ff030e26a0ccb" providerId="LiveId" clId="{986F993D-7137-41B8-8C52-64C0588687FF}" dt="2024-09-13T05:52:00.974" v="28" actId="14100"/>
          <ac:picMkLst>
            <pc:docMk/>
            <pc:sldMk cId="417702505" sldId="256"/>
            <ac:picMk id="11" creationId="{8A4D9496-F7E4-7D55-A3E2-4955738F9B8B}"/>
          </ac:picMkLst>
        </pc:picChg>
        <pc:picChg chg="add mod">
          <ac:chgData name="Vorakan Thangsurbkul" userId="bc5ff030e26a0ccb" providerId="LiveId" clId="{986F993D-7137-41B8-8C52-64C0588687FF}" dt="2024-09-13T05:52:16.108" v="31" actId="1076"/>
          <ac:picMkLst>
            <pc:docMk/>
            <pc:sldMk cId="417702505" sldId="256"/>
            <ac:picMk id="13" creationId="{FCD74648-0698-DFA2-12C7-7C2A3D2A242B}"/>
          </ac:picMkLst>
        </pc:picChg>
        <pc:picChg chg="add mod">
          <ac:chgData name="Vorakan Thangsurbkul" userId="bc5ff030e26a0ccb" providerId="LiveId" clId="{986F993D-7137-41B8-8C52-64C0588687FF}" dt="2024-09-13T05:53:30.576" v="36" actId="1076"/>
          <ac:picMkLst>
            <pc:docMk/>
            <pc:sldMk cId="417702505" sldId="256"/>
            <ac:picMk id="15" creationId="{416478D5-B751-6091-26AA-B2205CFCA4BA}"/>
          </ac:picMkLst>
        </pc:picChg>
        <pc:picChg chg="del">
          <ac:chgData name="Vorakan Thangsurbkul" userId="bc5ff030e26a0ccb" providerId="LiveId" clId="{986F993D-7137-41B8-8C52-64C0588687FF}" dt="2024-09-13T05:40:31.727" v="0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986F993D-7137-41B8-8C52-64C0588687FF}" dt="2024-09-13T05:40:32.706" v="1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986F993D-7137-41B8-8C52-64C0588687FF}" dt="2024-09-13T05:40:34.767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986F993D-7137-41B8-8C52-64C0588687FF}" dt="2024-09-13T05:40:33.298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986F993D-7137-41B8-8C52-64C0588687FF}" dt="2024-09-13T05:40:33.813" v="3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6455ECF0-C637-40BA-B372-CF77C1407953}"/>
    <pc:docChg chg="undo custSel modSld">
      <pc:chgData name="Vorakan Thangsurbkul" userId="bc5ff030e26a0ccb" providerId="LiveId" clId="{6455ECF0-C637-40BA-B372-CF77C1407953}" dt="2024-09-13T09:13:11.863" v="137" actId="1076"/>
      <pc:docMkLst>
        <pc:docMk/>
      </pc:docMkLst>
      <pc:sldChg chg="addSp delSp modSp mod">
        <pc:chgData name="Vorakan Thangsurbkul" userId="bc5ff030e26a0ccb" providerId="LiveId" clId="{6455ECF0-C637-40BA-B372-CF77C1407953}" dt="2024-09-13T09:13:11.863" v="137" actId="1076"/>
        <pc:sldMkLst>
          <pc:docMk/>
          <pc:sldMk cId="417702505" sldId="256"/>
        </pc:sldMkLst>
        <pc:picChg chg="add del mod">
          <ac:chgData name="Vorakan Thangsurbkul" userId="bc5ff030e26a0ccb" providerId="LiveId" clId="{6455ECF0-C637-40BA-B372-CF77C1407953}" dt="2024-09-13T09:01:07.939" v="71" actId="21"/>
          <ac:picMkLst>
            <pc:docMk/>
            <pc:sldMk cId="417702505" sldId="256"/>
            <ac:picMk id="3" creationId="{795B8C39-2B35-6261-560A-1698019FAD50}"/>
          </ac:picMkLst>
        </pc:picChg>
        <pc:picChg chg="del">
          <ac:chgData name="Vorakan Thangsurbkul" userId="bc5ff030e26a0ccb" providerId="LiveId" clId="{6455ECF0-C637-40BA-B372-CF77C1407953}" dt="2024-09-13T08:50:49.931" v="5" actId="478"/>
          <ac:picMkLst>
            <pc:docMk/>
            <pc:sldMk cId="417702505" sldId="256"/>
            <ac:picMk id="5" creationId="{4E4BD28F-CB23-17BC-FCD4-3990CA9DE816}"/>
          </ac:picMkLst>
        </pc:picChg>
        <pc:picChg chg="add mod">
          <ac:chgData name="Vorakan Thangsurbkul" userId="bc5ff030e26a0ccb" providerId="LiveId" clId="{6455ECF0-C637-40BA-B372-CF77C1407953}" dt="2024-09-13T09:09:58.190" v="112" actId="1076"/>
          <ac:picMkLst>
            <pc:docMk/>
            <pc:sldMk cId="417702505" sldId="256"/>
            <ac:picMk id="6" creationId="{E0051814-941C-B9A3-83CC-C605222AA116}"/>
          </ac:picMkLst>
        </pc:picChg>
        <pc:picChg chg="del">
          <ac:chgData name="Vorakan Thangsurbkul" userId="bc5ff030e26a0ccb" providerId="LiveId" clId="{6455ECF0-C637-40BA-B372-CF77C1407953}" dt="2024-09-13T08:50:43.583" v="2" actId="478"/>
          <ac:picMkLst>
            <pc:docMk/>
            <pc:sldMk cId="417702505" sldId="256"/>
            <ac:picMk id="7" creationId="{5DCF706D-0CB0-0213-3D4E-AF9655167F45}"/>
          </ac:picMkLst>
        </pc:picChg>
        <pc:picChg chg="del">
          <ac:chgData name="Vorakan Thangsurbkul" userId="bc5ff030e26a0ccb" providerId="LiveId" clId="{6455ECF0-C637-40BA-B372-CF77C1407953}" dt="2024-09-13T08:50:42.284" v="0" actId="478"/>
          <ac:picMkLst>
            <pc:docMk/>
            <pc:sldMk cId="417702505" sldId="256"/>
            <ac:picMk id="9" creationId="{9695E63D-A2F3-E076-0C9A-1B55B8A42874}"/>
          </ac:picMkLst>
        </pc:picChg>
        <pc:picChg chg="add mod">
          <ac:chgData name="Vorakan Thangsurbkul" userId="bc5ff030e26a0ccb" providerId="LiveId" clId="{6455ECF0-C637-40BA-B372-CF77C1407953}" dt="2024-09-13T09:12:47.238" v="135" actId="1076"/>
          <ac:picMkLst>
            <pc:docMk/>
            <pc:sldMk cId="417702505" sldId="256"/>
            <ac:picMk id="10" creationId="{35CFE80E-1CED-B8D7-F6E2-C8046B95F04D}"/>
          </ac:picMkLst>
        </pc:picChg>
        <pc:picChg chg="del">
          <ac:chgData name="Vorakan Thangsurbkul" userId="bc5ff030e26a0ccb" providerId="LiveId" clId="{6455ECF0-C637-40BA-B372-CF77C1407953}" dt="2024-09-13T08:50:45.003" v="4" actId="478"/>
          <ac:picMkLst>
            <pc:docMk/>
            <pc:sldMk cId="417702505" sldId="256"/>
            <ac:picMk id="11" creationId="{8A4D9496-F7E4-7D55-A3E2-4955738F9B8B}"/>
          </ac:picMkLst>
        </pc:picChg>
        <pc:picChg chg="del">
          <ac:chgData name="Vorakan Thangsurbkul" userId="bc5ff030e26a0ccb" providerId="LiveId" clId="{6455ECF0-C637-40BA-B372-CF77C1407953}" dt="2024-09-13T08:50:42.966" v="1" actId="478"/>
          <ac:picMkLst>
            <pc:docMk/>
            <pc:sldMk cId="417702505" sldId="256"/>
            <ac:picMk id="13" creationId="{FCD74648-0698-DFA2-12C7-7C2A3D2A242B}"/>
          </ac:picMkLst>
        </pc:picChg>
        <pc:picChg chg="add mod">
          <ac:chgData name="Vorakan Thangsurbkul" userId="bc5ff030e26a0ccb" providerId="LiveId" clId="{6455ECF0-C637-40BA-B372-CF77C1407953}" dt="2024-09-13T09:12:20.236" v="133" actId="14100"/>
          <ac:picMkLst>
            <pc:docMk/>
            <pc:sldMk cId="417702505" sldId="256"/>
            <ac:picMk id="14" creationId="{BB6E1C50-23C9-E024-CFFE-F4926D517354}"/>
          </ac:picMkLst>
        </pc:picChg>
        <pc:picChg chg="del">
          <ac:chgData name="Vorakan Thangsurbkul" userId="bc5ff030e26a0ccb" providerId="LiveId" clId="{6455ECF0-C637-40BA-B372-CF77C1407953}" dt="2024-09-13T08:50:44.348" v="3" actId="478"/>
          <ac:picMkLst>
            <pc:docMk/>
            <pc:sldMk cId="417702505" sldId="256"/>
            <ac:picMk id="15" creationId="{416478D5-B751-6091-26AA-B2205CFCA4BA}"/>
          </ac:picMkLst>
        </pc:picChg>
        <pc:picChg chg="add mod">
          <ac:chgData name="Vorakan Thangsurbkul" userId="bc5ff030e26a0ccb" providerId="LiveId" clId="{6455ECF0-C637-40BA-B372-CF77C1407953}" dt="2024-09-13T09:12:51.388" v="136" actId="1076"/>
          <ac:picMkLst>
            <pc:docMk/>
            <pc:sldMk cId="417702505" sldId="256"/>
            <ac:picMk id="17" creationId="{BE297F2C-99BB-09C0-A34C-CCDA1A53C6D2}"/>
          </ac:picMkLst>
        </pc:picChg>
        <pc:picChg chg="add del mod">
          <ac:chgData name="Vorakan Thangsurbkul" userId="bc5ff030e26a0ccb" providerId="LiveId" clId="{6455ECF0-C637-40BA-B372-CF77C1407953}" dt="2024-09-13T09:01:24.098" v="75" actId="21"/>
          <ac:picMkLst>
            <pc:docMk/>
            <pc:sldMk cId="417702505" sldId="256"/>
            <ac:picMk id="19" creationId="{FB252C1A-2E26-B2DD-08DD-8D5916001D02}"/>
          </ac:picMkLst>
        </pc:picChg>
        <pc:picChg chg="add del mod ord">
          <ac:chgData name="Vorakan Thangsurbkul" userId="bc5ff030e26a0ccb" providerId="LiveId" clId="{6455ECF0-C637-40BA-B372-CF77C1407953}" dt="2024-09-13T09:03:36.275" v="87" actId="21"/>
          <ac:picMkLst>
            <pc:docMk/>
            <pc:sldMk cId="417702505" sldId="256"/>
            <ac:picMk id="21" creationId="{CCB49AA6-1A28-3385-52F8-B18EA929E157}"/>
          </ac:picMkLst>
        </pc:picChg>
        <pc:picChg chg="add mod ord">
          <ac:chgData name="Vorakan Thangsurbkul" userId="bc5ff030e26a0ccb" providerId="LiveId" clId="{6455ECF0-C637-40BA-B372-CF77C1407953}" dt="2024-09-13T09:07:19.543" v="93" actId="167"/>
          <ac:picMkLst>
            <pc:docMk/>
            <pc:sldMk cId="417702505" sldId="256"/>
            <ac:picMk id="23" creationId="{3DDBBFD4-6EBE-B1FA-AFFE-E4AA42455467}"/>
          </ac:picMkLst>
        </pc:picChg>
        <pc:picChg chg="add mod">
          <ac:chgData name="Vorakan Thangsurbkul" userId="bc5ff030e26a0ccb" providerId="LiveId" clId="{6455ECF0-C637-40BA-B372-CF77C1407953}" dt="2024-09-13T09:13:11.863" v="137" actId="1076"/>
          <ac:picMkLst>
            <pc:docMk/>
            <pc:sldMk cId="417702505" sldId="256"/>
            <ac:picMk id="25" creationId="{EA5C8F5C-DF8F-F9B2-788D-F888A4DBA6D4}"/>
          </ac:picMkLst>
        </pc:picChg>
      </pc:sldChg>
    </pc:docChg>
  </pc:docChgLst>
  <pc:docChgLst>
    <pc:chgData name="Vorakan Thangsurbkul" userId="bc5ff030e26a0ccb" providerId="LiveId" clId="{D60A1B5C-5B7A-473F-8570-E9361C418792}"/>
    <pc:docChg chg="custSel modSld">
      <pc:chgData name="Vorakan Thangsurbkul" userId="bc5ff030e26a0ccb" providerId="LiveId" clId="{D60A1B5C-5B7A-473F-8570-E9361C418792}" dt="2024-09-13T09:39:20.323" v="84" actId="1076"/>
      <pc:docMkLst>
        <pc:docMk/>
      </pc:docMkLst>
      <pc:sldChg chg="addSp delSp modSp mod">
        <pc:chgData name="Vorakan Thangsurbkul" userId="bc5ff030e26a0ccb" providerId="LiveId" clId="{D60A1B5C-5B7A-473F-8570-E9361C418792}" dt="2024-09-13T09:39:20.323" v="84" actId="1076"/>
        <pc:sldMkLst>
          <pc:docMk/>
          <pc:sldMk cId="417702505" sldId="256"/>
        </pc:sldMkLst>
        <pc:picChg chg="add mod">
          <ac:chgData name="Vorakan Thangsurbkul" userId="bc5ff030e26a0ccb" providerId="LiveId" clId="{D60A1B5C-5B7A-473F-8570-E9361C418792}" dt="2024-09-13T09:31:30.417" v="12" actId="14100"/>
          <ac:picMkLst>
            <pc:docMk/>
            <pc:sldMk cId="417702505" sldId="256"/>
            <ac:picMk id="3" creationId="{9DBBA5AE-E2F0-26D7-4D2B-30131A02113C}"/>
          </ac:picMkLst>
        </pc:picChg>
        <pc:picChg chg="add mod">
          <ac:chgData name="Vorakan Thangsurbkul" userId="bc5ff030e26a0ccb" providerId="LiveId" clId="{D60A1B5C-5B7A-473F-8570-E9361C418792}" dt="2024-09-13T09:36:16.668" v="66" actId="1076"/>
          <ac:picMkLst>
            <pc:docMk/>
            <pc:sldMk cId="417702505" sldId="256"/>
            <ac:picMk id="5" creationId="{AA0DA7D7-9180-2623-0649-C6FA0C52BDF5}"/>
          </ac:picMkLst>
        </pc:picChg>
        <pc:picChg chg="del">
          <ac:chgData name="Vorakan Thangsurbkul" userId="bc5ff030e26a0ccb" providerId="LiveId" clId="{D60A1B5C-5B7A-473F-8570-E9361C418792}" dt="2024-09-13T09:30:00.571" v="0" actId="478"/>
          <ac:picMkLst>
            <pc:docMk/>
            <pc:sldMk cId="417702505" sldId="256"/>
            <ac:picMk id="6" creationId="{E0051814-941C-B9A3-83CC-C605222AA116}"/>
          </ac:picMkLst>
        </pc:picChg>
        <pc:picChg chg="add mod">
          <ac:chgData name="Vorakan Thangsurbkul" userId="bc5ff030e26a0ccb" providerId="LiveId" clId="{D60A1B5C-5B7A-473F-8570-E9361C418792}" dt="2024-09-13T09:37:12.121" v="74" actId="1076"/>
          <ac:picMkLst>
            <pc:docMk/>
            <pc:sldMk cId="417702505" sldId="256"/>
            <ac:picMk id="8" creationId="{C0E415F8-53CD-E28A-189C-1034063D9822}"/>
          </ac:picMkLst>
        </pc:picChg>
        <pc:picChg chg="del">
          <ac:chgData name="Vorakan Thangsurbkul" userId="bc5ff030e26a0ccb" providerId="LiveId" clId="{D60A1B5C-5B7A-473F-8570-E9361C418792}" dt="2024-09-13T09:30:03.692" v="5" actId="478"/>
          <ac:picMkLst>
            <pc:docMk/>
            <pc:sldMk cId="417702505" sldId="256"/>
            <ac:picMk id="10" creationId="{35CFE80E-1CED-B8D7-F6E2-C8046B95F04D}"/>
          </ac:picMkLst>
        </pc:picChg>
        <pc:picChg chg="add mod">
          <ac:chgData name="Vorakan Thangsurbkul" userId="bc5ff030e26a0ccb" providerId="LiveId" clId="{D60A1B5C-5B7A-473F-8570-E9361C418792}" dt="2024-09-13T09:37:35.441" v="76" actId="1076"/>
          <ac:picMkLst>
            <pc:docMk/>
            <pc:sldMk cId="417702505" sldId="256"/>
            <ac:picMk id="11" creationId="{39EFAADA-A329-6CE0-2C83-39E121D43704}"/>
          </ac:picMkLst>
        </pc:picChg>
        <pc:picChg chg="add mod">
          <ac:chgData name="Vorakan Thangsurbkul" userId="bc5ff030e26a0ccb" providerId="LiveId" clId="{D60A1B5C-5B7A-473F-8570-E9361C418792}" dt="2024-09-13T09:39:20.323" v="84" actId="1076"/>
          <ac:picMkLst>
            <pc:docMk/>
            <pc:sldMk cId="417702505" sldId="256"/>
            <ac:picMk id="13" creationId="{8A8BF695-8A0A-9DCE-A72E-E59033C331F0}"/>
          </ac:picMkLst>
        </pc:picChg>
        <pc:picChg chg="del mod">
          <ac:chgData name="Vorakan Thangsurbkul" userId="bc5ff030e26a0ccb" providerId="LiveId" clId="{D60A1B5C-5B7A-473F-8570-E9361C418792}" dt="2024-09-13T09:30:02.221" v="3" actId="478"/>
          <ac:picMkLst>
            <pc:docMk/>
            <pc:sldMk cId="417702505" sldId="256"/>
            <ac:picMk id="14" creationId="{BB6E1C50-23C9-E024-CFFE-F4926D517354}"/>
          </ac:picMkLst>
        </pc:picChg>
        <pc:picChg chg="add mod">
          <ac:chgData name="Vorakan Thangsurbkul" userId="bc5ff030e26a0ccb" providerId="LiveId" clId="{D60A1B5C-5B7A-473F-8570-E9361C418792}" dt="2024-09-13T09:39:11.857" v="83" actId="1076"/>
          <ac:picMkLst>
            <pc:docMk/>
            <pc:sldMk cId="417702505" sldId="256"/>
            <ac:picMk id="16" creationId="{45405C58-940E-1C4D-5A32-CD8CE6B15B1B}"/>
          </ac:picMkLst>
        </pc:picChg>
        <pc:picChg chg="del">
          <ac:chgData name="Vorakan Thangsurbkul" userId="bc5ff030e26a0ccb" providerId="LiveId" clId="{D60A1B5C-5B7A-473F-8570-E9361C418792}" dt="2024-09-13T09:30:04.324" v="6" actId="478"/>
          <ac:picMkLst>
            <pc:docMk/>
            <pc:sldMk cId="417702505" sldId="256"/>
            <ac:picMk id="17" creationId="{BE297F2C-99BB-09C0-A34C-CCDA1A53C6D2}"/>
          </ac:picMkLst>
        </pc:picChg>
        <pc:picChg chg="del">
          <ac:chgData name="Vorakan Thangsurbkul" userId="bc5ff030e26a0ccb" providerId="LiveId" clId="{D60A1B5C-5B7A-473F-8570-E9361C418792}" dt="2024-09-13T09:30:08.234" v="7" actId="478"/>
          <ac:picMkLst>
            <pc:docMk/>
            <pc:sldMk cId="417702505" sldId="256"/>
            <ac:picMk id="23" creationId="{3DDBBFD4-6EBE-B1FA-AFFE-E4AA42455467}"/>
          </ac:picMkLst>
        </pc:picChg>
        <pc:picChg chg="del">
          <ac:chgData name="Vorakan Thangsurbkul" userId="bc5ff030e26a0ccb" providerId="LiveId" clId="{D60A1B5C-5B7A-473F-8570-E9361C418792}" dt="2024-09-13T09:30:02.890" v="4" actId="478"/>
          <ac:picMkLst>
            <pc:docMk/>
            <pc:sldMk cId="417702505" sldId="256"/>
            <ac:picMk id="25" creationId="{EA5C8F5C-DF8F-F9B2-788D-F888A4DBA6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dots&#10;&#10;Description automatically generated">
            <a:extLst>
              <a:ext uri="{FF2B5EF4-FFF2-40B4-BE49-F238E27FC236}">
                <a16:creationId xmlns:a16="http://schemas.microsoft.com/office/drawing/2014/main" id="{9DBBA5AE-E2F0-26D7-4D2B-30131A021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graph of a bull trap&#10;&#10;Description automatically generated with medium confidence">
            <a:extLst>
              <a:ext uri="{FF2B5EF4-FFF2-40B4-BE49-F238E27FC236}">
                <a16:creationId xmlns:a16="http://schemas.microsoft.com/office/drawing/2014/main" id="{AA0DA7D7-9180-2623-0649-C6FA0C52B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6921"/>
            <a:ext cx="3426691" cy="1927514"/>
          </a:xfrm>
          <a:prstGeom prst="rect">
            <a:avLst/>
          </a:prstGeom>
        </p:spPr>
      </p:pic>
      <p:pic>
        <p:nvPicPr>
          <p:cNvPr id="8" name="Picture 7" descr="A diagram of a bullish trend&#10;&#10;Description automatically generated">
            <a:extLst>
              <a:ext uri="{FF2B5EF4-FFF2-40B4-BE49-F238E27FC236}">
                <a16:creationId xmlns:a16="http://schemas.microsoft.com/office/drawing/2014/main" id="{C0E415F8-53CD-E28A-189C-1034063D98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186" y="0"/>
            <a:ext cx="3773053" cy="2122343"/>
          </a:xfrm>
          <a:prstGeom prst="rect">
            <a:avLst/>
          </a:prstGeom>
        </p:spPr>
      </p:pic>
      <p:pic>
        <p:nvPicPr>
          <p:cNvPr id="11" name="Picture 10" descr="A graph showing a bear trap&#10;&#10;Description automatically generated">
            <a:extLst>
              <a:ext uri="{FF2B5EF4-FFF2-40B4-BE49-F238E27FC236}">
                <a16:creationId xmlns:a16="http://schemas.microsoft.com/office/drawing/2014/main" id="{39EFAADA-A329-6CE0-2C83-39E121D437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6" y="4542561"/>
            <a:ext cx="3545222" cy="1994187"/>
          </a:xfrm>
          <a:prstGeom prst="rect">
            <a:avLst/>
          </a:prstGeom>
        </p:spPr>
      </p:pic>
      <p:pic>
        <p:nvPicPr>
          <p:cNvPr id="13" name="Picture 12" descr="A graph showing a double bottom&#10;&#10;Description automatically generated with medium confidence">
            <a:extLst>
              <a:ext uri="{FF2B5EF4-FFF2-40B4-BE49-F238E27FC236}">
                <a16:creationId xmlns:a16="http://schemas.microsoft.com/office/drawing/2014/main" id="{8A8BF695-8A0A-9DCE-A72E-E59033C331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828" y="3248027"/>
            <a:ext cx="3460558" cy="1946564"/>
          </a:xfrm>
          <a:prstGeom prst="rect">
            <a:avLst/>
          </a:prstGeom>
        </p:spPr>
      </p:pic>
      <p:pic>
        <p:nvPicPr>
          <p:cNvPr id="16" name="Picture 15" descr="A graph showing a number of different types of forex trading&#10;&#10;Description automatically generated with medium confidence">
            <a:extLst>
              <a:ext uri="{FF2B5EF4-FFF2-40B4-BE49-F238E27FC236}">
                <a16:creationId xmlns:a16="http://schemas.microsoft.com/office/drawing/2014/main" id="{45405C58-940E-1C4D-5A32-CD8CE6B15B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496" y="1354148"/>
            <a:ext cx="3274540" cy="18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2</cp:revision>
  <dcterms:created xsi:type="dcterms:W3CDTF">2024-09-13T05:12:49Z</dcterms:created>
  <dcterms:modified xsi:type="dcterms:W3CDTF">2024-09-13T09:39:20Z</dcterms:modified>
</cp:coreProperties>
</file>