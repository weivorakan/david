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6F993D-7137-41B8-8C52-64C0588687FF}" v="7" dt="2024-09-13T05:53:08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4" autoAdjust="0"/>
  </p:normalViewPr>
  <p:slideViewPr>
    <p:cSldViewPr snapToGrid="0">
      <p:cViewPr varScale="1">
        <p:scale>
          <a:sx n="153" d="100"/>
          <a:sy n="153" d="100"/>
        </p:scale>
        <p:origin x="62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rakan Thangsurbkul" userId="bc5ff030e26a0ccb" providerId="LiveId" clId="{986F993D-7137-41B8-8C52-64C0588687FF}"/>
    <pc:docChg chg="custSel modSld">
      <pc:chgData name="Vorakan Thangsurbkul" userId="bc5ff030e26a0ccb" providerId="LiveId" clId="{986F993D-7137-41B8-8C52-64C0588687FF}" dt="2024-09-13T05:53:30.576" v="36" actId="1076"/>
      <pc:docMkLst>
        <pc:docMk/>
      </pc:docMkLst>
      <pc:sldChg chg="addSp delSp modSp mod">
        <pc:chgData name="Vorakan Thangsurbkul" userId="bc5ff030e26a0ccb" providerId="LiveId" clId="{986F993D-7137-41B8-8C52-64C0588687FF}" dt="2024-09-13T05:53:30.576" v="36" actId="1076"/>
        <pc:sldMkLst>
          <pc:docMk/>
          <pc:sldMk cId="417702505" sldId="256"/>
        </pc:sldMkLst>
        <pc:picChg chg="add del mod">
          <ac:chgData name="Vorakan Thangsurbkul" userId="bc5ff030e26a0ccb" providerId="LiveId" clId="{986F993D-7137-41B8-8C52-64C0588687FF}" dt="2024-09-13T05:40:52.161" v="6" actId="21"/>
          <ac:picMkLst>
            <pc:docMk/>
            <pc:sldMk cId="417702505" sldId="256"/>
            <ac:picMk id="3" creationId="{F81ABC79-50FF-7E30-3AA0-9298AFFE39DC}"/>
          </ac:picMkLst>
        </pc:picChg>
        <pc:picChg chg="add mod">
          <ac:chgData name="Vorakan Thangsurbkul" userId="bc5ff030e26a0ccb" providerId="LiveId" clId="{986F993D-7137-41B8-8C52-64C0588687FF}" dt="2024-09-13T05:42:27.162" v="9" actId="14100"/>
          <ac:picMkLst>
            <pc:docMk/>
            <pc:sldMk cId="417702505" sldId="256"/>
            <ac:picMk id="5" creationId="{4E4BD28F-CB23-17BC-FCD4-3990CA9DE816}"/>
          </ac:picMkLst>
        </pc:picChg>
        <pc:picChg chg="add mod">
          <ac:chgData name="Vorakan Thangsurbkul" userId="bc5ff030e26a0ccb" providerId="LiveId" clId="{986F993D-7137-41B8-8C52-64C0588687FF}" dt="2024-09-13T05:42:57.243" v="14" actId="1076"/>
          <ac:picMkLst>
            <pc:docMk/>
            <pc:sldMk cId="417702505" sldId="256"/>
            <ac:picMk id="7" creationId="{5DCF706D-0CB0-0213-3D4E-AF9655167F45}"/>
          </ac:picMkLst>
        </pc:picChg>
        <pc:picChg chg="add mod">
          <ac:chgData name="Vorakan Thangsurbkul" userId="bc5ff030e26a0ccb" providerId="LiveId" clId="{986F993D-7137-41B8-8C52-64C0588687FF}" dt="2024-09-13T05:50:34.087" v="19" actId="1076"/>
          <ac:picMkLst>
            <pc:docMk/>
            <pc:sldMk cId="417702505" sldId="256"/>
            <ac:picMk id="9" creationId="{9695E63D-A2F3-E076-0C9A-1B55B8A42874}"/>
          </ac:picMkLst>
        </pc:picChg>
        <pc:picChg chg="add mod">
          <ac:chgData name="Vorakan Thangsurbkul" userId="bc5ff030e26a0ccb" providerId="LiveId" clId="{986F993D-7137-41B8-8C52-64C0588687FF}" dt="2024-09-13T05:52:00.974" v="28" actId="14100"/>
          <ac:picMkLst>
            <pc:docMk/>
            <pc:sldMk cId="417702505" sldId="256"/>
            <ac:picMk id="11" creationId="{8A4D9496-F7E4-7D55-A3E2-4955738F9B8B}"/>
          </ac:picMkLst>
        </pc:picChg>
        <pc:picChg chg="add mod">
          <ac:chgData name="Vorakan Thangsurbkul" userId="bc5ff030e26a0ccb" providerId="LiveId" clId="{986F993D-7137-41B8-8C52-64C0588687FF}" dt="2024-09-13T05:52:16.108" v="31" actId="1076"/>
          <ac:picMkLst>
            <pc:docMk/>
            <pc:sldMk cId="417702505" sldId="256"/>
            <ac:picMk id="13" creationId="{FCD74648-0698-DFA2-12C7-7C2A3D2A242B}"/>
          </ac:picMkLst>
        </pc:picChg>
        <pc:picChg chg="add mod">
          <ac:chgData name="Vorakan Thangsurbkul" userId="bc5ff030e26a0ccb" providerId="LiveId" clId="{986F993D-7137-41B8-8C52-64C0588687FF}" dt="2024-09-13T05:53:30.576" v="36" actId="1076"/>
          <ac:picMkLst>
            <pc:docMk/>
            <pc:sldMk cId="417702505" sldId="256"/>
            <ac:picMk id="15" creationId="{416478D5-B751-6091-26AA-B2205CFCA4BA}"/>
          </ac:picMkLst>
        </pc:picChg>
        <pc:picChg chg="del">
          <ac:chgData name="Vorakan Thangsurbkul" userId="bc5ff030e26a0ccb" providerId="LiveId" clId="{986F993D-7137-41B8-8C52-64C0588687FF}" dt="2024-09-13T05:40:31.727" v="0" actId="478"/>
          <ac:picMkLst>
            <pc:docMk/>
            <pc:sldMk cId="417702505" sldId="256"/>
            <ac:picMk id="23" creationId="{13FC782C-9871-650A-8EA1-FE7B68B40BA8}"/>
          </ac:picMkLst>
        </pc:picChg>
        <pc:picChg chg="del">
          <ac:chgData name="Vorakan Thangsurbkul" userId="bc5ff030e26a0ccb" providerId="LiveId" clId="{986F993D-7137-41B8-8C52-64C0588687FF}" dt="2024-09-13T05:40:32.706" v="1" actId="478"/>
          <ac:picMkLst>
            <pc:docMk/>
            <pc:sldMk cId="417702505" sldId="256"/>
            <ac:picMk id="25" creationId="{E934BDE4-723B-BF5E-8694-B29E821F0146}"/>
          </ac:picMkLst>
        </pc:picChg>
        <pc:picChg chg="del">
          <ac:chgData name="Vorakan Thangsurbkul" userId="bc5ff030e26a0ccb" providerId="LiveId" clId="{986F993D-7137-41B8-8C52-64C0588687FF}" dt="2024-09-13T05:40:34.767" v="4" actId="478"/>
          <ac:picMkLst>
            <pc:docMk/>
            <pc:sldMk cId="417702505" sldId="256"/>
            <ac:picMk id="29" creationId="{AF21F8CE-BAC6-D75F-8FD0-E50B4A59C498}"/>
          </ac:picMkLst>
        </pc:picChg>
        <pc:picChg chg="del">
          <ac:chgData name="Vorakan Thangsurbkul" userId="bc5ff030e26a0ccb" providerId="LiveId" clId="{986F993D-7137-41B8-8C52-64C0588687FF}" dt="2024-09-13T05:40:33.298" v="2" actId="478"/>
          <ac:picMkLst>
            <pc:docMk/>
            <pc:sldMk cId="417702505" sldId="256"/>
            <ac:picMk id="31" creationId="{65A739AF-4BFB-5FE9-D670-E0E75163E929}"/>
          </ac:picMkLst>
        </pc:picChg>
        <pc:picChg chg="del">
          <ac:chgData name="Vorakan Thangsurbkul" userId="bc5ff030e26a0ccb" providerId="LiveId" clId="{986F993D-7137-41B8-8C52-64C0588687FF}" dt="2024-09-13T05:40:33.813" v="3" actId="478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4D23D-5107-4F5F-890E-EE4FB46FE174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AC552-6077-4B3C-921D-FF64A99B812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1980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AC552-6077-4B3C-921D-FF64A99B812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5865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3FB4-E838-2968-63AC-858056AC3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44D21-AA96-792B-BB2F-2DA8E0B4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641AC-056F-12AE-D0A7-8847D1E0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8674-1E62-BEF4-6A53-5C8DA780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E08F-70EA-1C72-0925-24A0F21A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042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50E1-AD1F-AA73-8CD9-60B11F2B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C505-1CD4-CF68-E8BA-51BBE7E5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F1CB7-6E82-116D-022F-5C78AB3F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BC380-22AD-3CF7-02F0-AA761E7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35B9-AD7A-2D8F-A4FC-0871205C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48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844B-BBEA-C9CA-50ED-9C2BCC15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C28DD-52F5-B46C-E299-03B77B4B1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CE20-0A9A-703F-A65F-2B826902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B7BA-9C8A-528F-D306-164BC3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B13BE-1D7E-4093-AEDF-BC30FBE4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2996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62DC-13FF-4504-A66C-6D7DA56A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55D4-7167-9A7F-DD99-A73DBA64B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9977C-50E4-AD56-18C0-F92FB54A7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65C56-FD71-97A7-AE54-36CB1EE6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7DF5A-3DE0-A3E7-4435-16135C05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2BAA4-1F70-E7A4-6363-DCCF8D6B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148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FF46-1F73-4430-5F28-83E7BD21B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8571-7758-7803-D5F3-D97031ED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791FD-56C9-9AF8-5972-7CAD79E48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0AADA-D648-3EE8-0857-6781EF9CF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94F15-D805-8F4A-5CB5-92B896EBD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C7E28-A74E-F17A-3830-6324B073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F527A-A9EB-C992-D62D-E10008F7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7E5D9F-0C24-28F3-45F8-AF88393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789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1622-1B71-65BE-6BBF-96B0AB192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9AE5C-01F5-DB55-BBFC-1B8E7226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2ED07-461D-1508-C856-4E32F019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7BB51-9AD8-8668-D2FB-32F12E2C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926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FE6AC-0109-33E7-B610-514FEA83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15595-A9B0-ADD5-CD7E-70DB77EA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22512-8147-05C0-B175-B346E39F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88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4BA5-643E-13E0-597D-CEA045D2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6098-22BE-1EAD-2294-45C28D405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068D-BC6C-D1B7-7EF3-5BEDDC06F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BD56C-8CB6-B8BB-2F09-BE00C3E5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C8345-20D6-21CD-34CC-C4BAA453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62E1-5421-4BD7-315E-36835F09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395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E813-6E6F-EA82-796C-C9DC191E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5321D-DF35-2D57-F170-22E916B9D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337E7-EBB2-1E0A-7581-7DF8AE553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5E858-B77D-87D6-2515-89F2321E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659E2-5C89-7226-9CB8-9A68DDBB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A3B19-C6EC-4FA7-328C-4D9BE329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65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5834-8CAF-0F44-1D04-D10C5B00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9FB1E-5061-5290-F3AF-39C9F1D80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69856-2C65-875C-412D-EB3BB05B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0E2F-9EDC-E59C-E1C4-EAAEF2A4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2CDC9-0AF3-4134-84E7-154AC10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384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198CF-CC58-D12C-FBE2-8E6DC7AE9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424E6-694D-2C94-6D41-C2CF0390C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0BA7-9BF3-DC90-3284-89077078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B8A9B-EC8E-1D59-5579-7F66F52F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F814-6698-ABDA-67C7-09EC1D8E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616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149E1-8FD7-568C-6E34-105375B8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73466-6B32-0FB9-50C7-847DBB345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CD85C-8088-2843-7473-33653C914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86A10-3C07-CA84-9D59-1C283EE97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778F-E11D-F56E-F623-6CD826E27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953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4BD28F-CB23-17BC-FCD4-3990CA9DE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CF706D-0CB0-0213-3D4E-AF9655167F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480" y="288099"/>
            <a:ext cx="3214316" cy="18080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95E63D-A2F3-E076-0C9A-1B55B8A428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1" y="129567"/>
            <a:ext cx="3392465" cy="19082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4D9496-F7E4-7D55-A3E2-4955738F9B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229" y="4414247"/>
            <a:ext cx="3461359" cy="19470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D74648-0698-DFA2-12C7-7C2A3D2A24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750" y="496738"/>
            <a:ext cx="3530252" cy="19857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6478D5-B751-6091-26AA-B2205CFCA4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745" y="4818214"/>
            <a:ext cx="3214318" cy="180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Vorakan Thangsurbkul</dc:creator>
  <cp:lastModifiedBy>Vorakan Thangsurbkul</cp:lastModifiedBy>
  <cp:revision>2</cp:revision>
  <dcterms:created xsi:type="dcterms:W3CDTF">2024-09-13T05:12:49Z</dcterms:created>
  <dcterms:modified xsi:type="dcterms:W3CDTF">2024-09-13T05:53:30Z</dcterms:modified>
</cp:coreProperties>
</file>