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99F25-183F-4B16-A8AA-A5F67B64BD98}" v="7" dt="2024-10-31T05:17:4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8" d="100"/>
          <a:sy n="148" d="100"/>
        </p:scale>
        <p:origin x="120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06999F25-183F-4B16-A8AA-A5F67B64BD98}"/>
    <pc:docChg chg="custSel modSld">
      <pc:chgData name="Vorakan Thangsurbkul" userId="bc5ff030e26a0ccb" providerId="LiveId" clId="{06999F25-183F-4B16-A8AA-A5F67B64BD98}" dt="2024-10-31T05:19:13.623" v="75" actId="14100"/>
      <pc:docMkLst>
        <pc:docMk/>
      </pc:docMkLst>
      <pc:sldChg chg="addSp delSp modSp mod">
        <pc:chgData name="Vorakan Thangsurbkul" userId="bc5ff030e26a0ccb" providerId="LiveId" clId="{06999F25-183F-4B16-A8AA-A5F67B64BD98}" dt="2024-10-31T05:19:13.623" v="75" actId="14100"/>
        <pc:sldMkLst>
          <pc:docMk/>
          <pc:sldMk cId="417702505" sldId="256"/>
        </pc:sldMkLst>
        <pc:picChg chg="add del mod ord">
          <ac:chgData name="Vorakan Thangsurbkul" userId="bc5ff030e26a0ccb" providerId="LiveId" clId="{06999F25-183F-4B16-A8AA-A5F67B64BD98}" dt="2024-10-31T05:17:36.375" v="54" actId="478"/>
          <ac:picMkLst>
            <pc:docMk/>
            <pc:sldMk cId="417702505" sldId="256"/>
            <ac:picMk id="3" creationId="{BBB0FDF2-7C6C-B589-1434-BAFB3038502C}"/>
          </ac:picMkLst>
        </pc:picChg>
        <pc:picChg chg="add mod ord">
          <ac:chgData name="Vorakan Thangsurbkul" userId="bc5ff030e26a0ccb" providerId="LiveId" clId="{06999F25-183F-4B16-A8AA-A5F67B64BD98}" dt="2024-10-31T05:18:01.588" v="62" actId="167"/>
          <ac:picMkLst>
            <pc:docMk/>
            <pc:sldMk cId="417702505" sldId="256"/>
            <ac:picMk id="4" creationId="{1FA33AE5-AD37-0B90-324D-6B219E1C4D2A}"/>
          </ac:picMkLst>
        </pc:picChg>
        <pc:picChg chg="add mod">
          <ac:chgData name="Vorakan Thangsurbkul" userId="bc5ff030e26a0ccb" providerId="LiveId" clId="{06999F25-183F-4B16-A8AA-A5F67B64BD98}" dt="2024-10-31T05:18:24.607" v="66" actId="1076"/>
          <ac:picMkLst>
            <pc:docMk/>
            <pc:sldMk cId="417702505" sldId="256"/>
            <ac:picMk id="5" creationId="{8DA94085-28CC-5A43-1C42-F26FA077415C}"/>
          </ac:picMkLst>
        </pc:picChg>
        <pc:picChg chg="del">
          <ac:chgData name="Vorakan Thangsurbkul" userId="bc5ff030e26a0ccb" providerId="LiveId" clId="{06999F25-183F-4B16-A8AA-A5F67B64BD98}" dt="2024-10-31T04:54:55.286" v="0" actId="478"/>
          <ac:picMkLst>
            <pc:docMk/>
            <pc:sldMk cId="417702505" sldId="256"/>
            <ac:picMk id="6" creationId="{0B35C911-11BF-C1D7-FB77-B4DBC7BEDDE8}"/>
          </ac:picMkLst>
        </pc:picChg>
        <pc:picChg chg="add mod">
          <ac:chgData name="Vorakan Thangsurbkul" userId="bc5ff030e26a0ccb" providerId="LiveId" clId="{06999F25-183F-4B16-A8AA-A5F67B64BD98}" dt="2024-10-31T05:18:54.026" v="71" actId="14100"/>
          <ac:picMkLst>
            <pc:docMk/>
            <pc:sldMk cId="417702505" sldId="256"/>
            <ac:picMk id="8" creationId="{3DA84316-61BF-96C2-F6E2-B9F747603897}"/>
          </ac:picMkLst>
        </pc:picChg>
        <pc:picChg chg="del">
          <ac:chgData name="Vorakan Thangsurbkul" userId="bc5ff030e26a0ccb" providerId="LiveId" clId="{06999F25-183F-4B16-A8AA-A5F67B64BD98}" dt="2024-10-31T04:55:29.879" v="7" actId="478"/>
          <ac:picMkLst>
            <pc:docMk/>
            <pc:sldMk cId="417702505" sldId="256"/>
            <ac:picMk id="10" creationId="{14BA2B74-FB2B-3E65-54FC-E67CF5852FF2}"/>
          </ac:picMkLst>
        </pc:picChg>
        <pc:picChg chg="add mod">
          <ac:chgData name="Vorakan Thangsurbkul" userId="bc5ff030e26a0ccb" providerId="LiveId" clId="{06999F25-183F-4B16-A8AA-A5F67B64BD98}" dt="2024-10-31T05:18:59.711" v="72" actId="14100"/>
          <ac:picMkLst>
            <pc:docMk/>
            <pc:sldMk cId="417702505" sldId="256"/>
            <ac:picMk id="11" creationId="{E9B2FC6F-4E54-5918-D697-2B2EBF88B9E9}"/>
          </ac:picMkLst>
        </pc:picChg>
        <pc:picChg chg="del">
          <ac:chgData name="Vorakan Thangsurbkul" userId="bc5ff030e26a0ccb" providerId="LiveId" clId="{06999F25-183F-4B16-A8AA-A5F67B64BD98}" dt="2024-10-31T04:55:30.783" v="8" actId="478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06999F25-183F-4B16-A8AA-A5F67B64BD98}" dt="2024-10-31T05:19:13.623" v="75" actId="14100"/>
          <ac:picMkLst>
            <pc:docMk/>
            <pc:sldMk cId="417702505" sldId="256"/>
            <ac:picMk id="14" creationId="{7D454D07-4001-6581-9974-57FB0E929129}"/>
          </ac:picMkLst>
        </pc:picChg>
        <pc:picChg chg="del">
          <ac:chgData name="Vorakan Thangsurbkul" userId="bc5ff030e26a0ccb" providerId="LiveId" clId="{06999F25-183F-4B16-A8AA-A5F67B64BD98}" dt="2024-10-31T04:55:31.447" v="9" actId="478"/>
          <ac:picMkLst>
            <pc:docMk/>
            <pc:sldMk cId="417702505" sldId="256"/>
            <ac:picMk id="15" creationId="{43231C55-C271-6026-D44F-4B5F32DB37C9}"/>
          </ac:picMkLst>
        </pc:picChg>
        <pc:picChg chg="del">
          <ac:chgData name="Vorakan Thangsurbkul" userId="bc5ff030e26a0ccb" providerId="LiveId" clId="{06999F25-183F-4B16-A8AA-A5F67B64BD98}" dt="2024-10-31T04:55:32.131" v="10" actId="478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06999F25-183F-4B16-A8AA-A5F67B64BD98}" dt="2024-10-31T05:19:05.689" v="73" actId="14100"/>
          <ac:picMkLst>
            <pc:docMk/>
            <pc:sldMk cId="417702505" sldId="256"/>
            <ac:picMk id="18" creationId="{358F93BE-7772-B553-AAE2-C9528F15B30F}"/>
          </ac:picMkLst>
        </pc:picChg>
        <pc:picChg chg="del mod">
          <ac:chgData name="Vorakan Thangsurbkul" userId="bc5ff030e26a0ccb" providerId="LiveId" clId="{06999F25-183F-4B16-A8AA-A5F67B64BD98}" dt="2024-10-31T04:55:32.916" v="12" actId="478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a line of stock">
            <a:extLst>
              <a:ext uri="{FF2B5EF4-FFF2-40B4-BE49-F238E27FC236}">
                <a16:creationId xmlns:a16="http://schemas.microsoft.com/office/drawing/2014/main" id="{1FA33AE5-AD37-0B90-324D-6B219E1C4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graph of a trading chart&#10;&#10;Description automatically generated with medium confidence">
            <a:extLst>
              <a:ext uri="{FF2B5EF4-FFF2-40B4-BE49-F238E27FC236}">
                <a16:creationId xmlns:a16="http://schemas.microsoft.com/office/drawing/2014/main" id="{8DA94085-28CC-5A43-1C42-F26FA0774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5" y="4863466"/>
            <a:ext cx="3171371" cy="1783896"/>
          </a:xfrm>
          <a:prstGeom prst="rect">
            <a:avLst/>
          </a:prstGeom>
        </p:spPr>
      </p:pic>
      <p:pic>
        <p:nvPicPr>
          <p:cNvPr id="8" name="Picture 7" descr="A graph showing a variety of candlesticks&#10;&#10;Description automatically generated with medium confidence">
            <a:extLst>
              <a:ext uri="{FF2B5EF4-FFF2-40B4-BE49-F238E27FC236}">
                <a16:creationId xmlns:a16="http://schemas.microsoft.com/office/drawing/2014/main" id="{3DA84316-61BF-96C2-F6E2-B9F7476038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228" y="585849"/>
            <a:ext cx="3445655" cy="1938181"/>
          </a:xfrm>
          <a:prstGeom prst="rect">
            <a:avLst/>
          </a:prstGeom>
        </p:spPr>
      </p:pic>
      <p:pic>
        <p:nvPicPr>
          <p:cNvPr id="11" name="Picture 10" descr="A graph of a bear&#10;&#10;Description automatically generated with medium confidence">
            <a:extLst>
              <a:ext uri="{FF2B5EF4-FFF2-40B4-BE49-F238E27FC236}">
                <a16:creationId xmlns:a16="http://schemas.microsoft.com/office/drawing/2014/main" id="{E9B2FC6F-4E54-5918-D697-2B2EBF88B9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401" y="4425390"/>
            <a:ext cx="3445655" cy="1938181"/>
          </a:xfrm>
          <a:prstGeom prst="rect">
            <a:avLst/>
          </a:prstGeom>
        </p:spPr>
      </p:pic>
      <p:pic>
        <p:nvPicPr>
          <p:cNvPr id="14" name="Picture 13" descr="A graph of a candle stick graph&#10;&#10;Description automatically generated with medium confidence">
            <a:extLst>
              <a:ext uri="{FF2B5EF4-FFF2-40B4-BE49-F238E27FC236}">
                <a16:creationId xmlns:a16="http://schemas.microsoft.com/office/drawing/2014/main" id="{7D454D07-4001-6581-9974-57FB0E9291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28" y="83719"/>
            <a:ext cx="3445654" cy="1938181"/>
          </a:xfrm>
          <a:prstGeom prst="rect">
            <a:avLst/>
          </a:prstGeom>
        </p:spPr>
      </p:pic>
      <p:pic>
        <p:nvPicPr>
          <p:cNvPr id="18" name="Picture 17" descr="A graph of a candle stick&#10;&#10;Description automatically generated with medium confidence">
            <a:extLst>
              <a:ext uri="{FF2B5EF4-FFF2-40B4-BE49-F238E27FC236}">
                <a16:creationId xmlns:a16="http://schemas.microsoft.com/office/drawing/2014/main" id="{358F93BE-7772-B553-AAE2-C9528F15B3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084" y="3885828"/>
            <a:ext cx="3283131" cy="18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2024-10-31T05:19:18Z</dcterms:modified>
</cp:coreProperties>
</file>