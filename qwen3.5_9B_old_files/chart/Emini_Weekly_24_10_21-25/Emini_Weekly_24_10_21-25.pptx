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th-TH"/>
    </a:defPPr>
    <a:lvl1pPr marL="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6999F25-183F-4B16-A8AA-A5F67B64BD98}" v="6" dt="2024-10-31T04:58:14.068"/>
    <p1510:client id="{11A7E4D0-7A9C-4359-B12C-0C5FE10E588F}" v="5" dt="2024-10-31T05:27:27.258"/>
    <p1510:client id="{BC05D84E-2DA3-4A94-8717-C02108AA3BA4}" v="6" dt="2024-10-31T05:46:13.094"/>
    <p1510:client id="{C37322AA-D760-4E81-B20A-983505DC1E84}" v="6" dt="2024-10-31T05:09:59.614"/>
    <p1510:client id="{CE057408-1FB1-4D4C-94BA-98AE64BB62C5}" v="6" dt="2024-10-31T05:37:47.26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04" autoAdjust="0"/>
  </p:normalViewPr>
  <p:slideViewPr>
    <p:cSldViewPr snapToGrid="0">
      <p:cViewPr varScale="1">
        <p:scale>
          <a:sx n="148" d="100"/>
          <a:sy n="148" d="100"/>
        </p:scale>
        <p:origin x="120" y="24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orakan Thangsurbkul" userId="bc5ff030e26a0ccb" providerId="LiveId" clId="{C96E0B16-E3DD-4AA4-AC36-B8FA89883AC1}"/>
    <pc:docChg chg="custSel modSld">
      <pc:chgData name="Vorakan Thangsurbkul" userId="bc5ff030e26a0ccb" providerId="LiveId" clId="{C96E0B16-E3DD-4AA4-AC36-B8FA89883AC1}" dt="2024-09-25T04:25:27.778" v="49" actId="1076"/>
      <pc:docMkLst>
        <pc:docMk/>
      </pc:docMkLst>
      <pc:sldChg chg="addSp delSp modSp mod">
        <pc:chgData name="Vorakan Thangsurbkul" userId="bc5ff030e26a0ccb" providerId="LiveId" clId="{C96E0B16-E3DD-4AA4-AC36-B8FA89883AC1}" dt="2024-09-25T04:25:27.778" v="49" actId="1076"/>
        <pc:sldMkLst>
          <pc:docMk/>
          <pc:sldMk cId="417702505" sldId="256"/>
        </pc:sldMkLst>
        <pc:picChg chg="add mod">
          <ac:chgData name="Vorakan Thangsurbkul" userId="bc5ff030e26a0ccb" providerId="LiveId" clId="{C96E0B16-E3DD-4AA4-AC36-B8FA89883AC1}" dt="2024-09-15T11:41:23.492" v="10" actId="14100"/>
          <ac:picMkLst>
            <pc:docMk/>
            <pc:sldMk cId="417702505" sldId="256"/>
            <ac:picMk id="3" creationId="{F31283F5-27B6-FDBF-1625-39808D512A42}"/>
          </ac:picMkLst>
        </pc:picChg>
        <pc:picChg chg="add mod">
          <ac:chgData name="Vorakan Thangsurbkul" userId="bc5ff030e26a0ccb" providerId="LiveId" clId="{C96E0B16-E3DD-4AA4-AC36-B8FA89883AC1}" dt="2024-09-25T04:25:27.778" v="49" actId="1076"/>
          <ac:picMkLst>
            <pc:docMk/>
            <pc:sldMk cId="417702505" sldId="256"/>
            <ac:picMk id="4" creationId="{2B7FC9A9-4D3B-82B7-D54F-0DC30CEC285E}"/>
          </ac:picMkLst>
        </pc:picChg>
        <pc:picChg chg="add mod">
          <ac:chgData name="Vorakan Thangsurbkul" userId="bc5ff030e26a0ccb" providerId="LiveId" clId="{C96E0B16-E3DD-4AA4-AC36-B8FA89883AC1}" dt="2024-09-15T11:42:19.204" v="22" actId="14100"/>
          <ac:picMkLst>
            <pc:docMk/>
            <pc:sldMk cId="417702505" sldId="256"/>
            <ac:picMk id="5" creationId="{FB41D632-FF51-F01E-4F1B-109DE14DA773}"/>
          </ac:picMkLst>
        </pc:picChg>
        <pc:picChg chg="add mod">
          <ac:chgData name="Vorakan Thangsurbkul" userId="bc5ff030e26a0ccb" providerId="LiveId" clId="{C96E0B16-E3DD-4AA4-AC36-B8FA89883AC1}" dt="2024-09-15T11:42:59.826" v="26" actId="1076"/>
          <ac:picMkLst>
            <pc:docMk/>
            <pc:sldMk cId="417702505" sldId="256"/>
            <ac:picMk id="7" creationId="{2912036E-C6A2-C5E8-113C-3BAF913968D9}"/>
          </ac:picMkLst>
        </pc:picChg>
        <pc:picChg chg="add mod">
          <ac:chgData name="Vorakan Thangsurbkul" userId="bc5ff030e26a0ccb" providerId="LiveId" clId="{C96E0B16-E3DD-4AA4-AC36-B8FA89883AC1}" dt="2024-09-15T11:45:11.106" v="36" actId="1076"/>
          <ac:picMkLst>
            <pc:docMk/>
            <pc:sldMk cId="417702505" sldId="256"/>
            <ac:picMk id="9" creationId="{8F8E0473-A278-9F80-9B6A-4C5EA24C725F}"/>
          </ac:picMkLst>
        </pc:picChg>
        <pc:picChg chg="add mod">
          <ac:chgData name="Vorakan Thangsurbkul" userId="bc5ff030e26a0ccb" providerId="LiveId" clId="{C96E0B16-E3DD-4AA4-AC36-B8FA89883AC1}" dt="2024-09-15T11:45:38.051" v="41" actId="1076"/>
          <ac:picMkLst>
            <pc:docMk/>
            <pc:sldMk cId="417702505" sldId="256"/>
            <ac:picMk id="11" creationId="{E148B782-32AB-26B4-F0C9-A7ADF73FDDAF}"/>
          </ac:picMkLst>
        </pc:picChg>
        <pc:picChg chg="del">
          <ac:chgData name="Vorakan Thangsurbkul" userId="bc5ff030e26a0ccb" providerId="LiveId" clId="{C96E0B16-E3DD-4AA4-AC36-B8FA89883AC1}" dt="2024-09-15T11:40:25.748" v="3" actId="478"/>
          <ac:picMkLst>
            <pc:docMk/>
            <pc:sldMk cId="417702505" sldId="256"/>
            <ac:picMk id="23" creationId="{13FC782C-9871-650A-8EA1-FE7B68B40BA8}"/>
          </ac:picMkLst>
        </pc:picChg>
        <pc:picChg chg="del">
          <ac:chgData name="Vorakan Thangsurbkul" userId="bc5ff030e26a0ccb" providerId="LiveId" clId="{C96E0B16-E3DD-4AA4-AC36-B8FA89883AC1}" dt="2024-09-15T11:40:22.100" v="0" actId="478"/>
          <ac:picMkLst>
            <pc:docMk/>
            <pc:sldMk cId="417702505" sldId="256"/>
            <ac:picMk id="25" creationId="{E934BDE4-723B-BF5E-8694-B29E821F0146}"/>
          </ac:picMkLst>
        </pc:picChg>
        <pc:picChg chg="del">
          <ac:chgData name="Vorakan Thangsurbkul" userId="bc5ff030e26a0ccb" providerId="LiveId" clId="{C96E0B16-E3DD-4AA4-AC36-B8FA89883AC1}" dt="2024-09-15T11:40:26.759" v="4" actId="478"/>
          <ac:picMkLst>
            <pc:docMk/>
            <pc:sldMk cId="417702505" sldId="256"/>
            <ac:picMk id="29" creationId="{AF21F8CE-BAC6-D75F-8FD0-E50B4A59C498}"/>
          </ac:picMkLst>
        </pc:picChg>
        <pc:picChg chg="del">
          <ac:chgData name="Vorakan Thangsurbkul" userId="bc5ff030e26a0ccb" providerId="LiveId" clId="{C96E0B16-E3DD-4AA4-AC36-B8FA89883AC1}" dt="2024-09-15T11:40:25.117" v="2" actId="478"/>
          <ac:picMkLst>
            <pc:docMk/>
            <pc:sldMk cId="417702505" sldId="256"/>
            <ac:picMk id="31" creationId="{65A739AF-4BFB-5FE9-D670-E0E75163E929}"/>
          </ac:picMkLst>
        </pc:picChg>
        <pc:picChg chg="del">
          <ac:chgData name="Vorakan Thangsurbkul" userId="bc5ff030e26a0ccb" providerId="LiveId" clId="{C96E0B16-E3DD-4AA4-AC36-B8FA89883AC1}" dt="2024-09-15T11:40:24.211" v="1" actId="478"/>
          <ac:picMkLst>
            <pc:docMk/>
            <pc:sldMk cId="417702505" sldId="256"/>
            <ac:picMk id="33" creationId="{6103FE3C-10BF-ECC7-62FB-67FA5709A7DD}"/>
          </ac:picMkLst>
        </pc:picChg>
      </pc:sldChg>
    </pc:docChg>
  </pc:docChgLst>
  <pc:docChgLst>
    <pc:chgData name="Vorakan Thangsurbkul" userId="bc5ff030e26a0ccb" providerId="LiveId" clId="{06999F25-183F-4B16-A8AA-A5F67B64BD98}"/>
    <pc:docChg chg="custSel modSld">
      <pc:chgData name="Vorakan Thangsurbkul" userId="bc5ff030e26a0ccb" providerId="LiveId" clId="{06999F25-183F-4B16-A8AA-A5F67B64BD98}" dt="2024-10-31T04:59:10.223" v="53" actId="14100"/>
      <pc:docMkLst>
        <pc:docMk/>
      </pc:docMkLst>
      <pc:sldChg chg="addSp delSp modSp mod">
        <pc:chgData name="Vorakan Thangsurbkul" userId="bc5ff030e26a0ccb" providerId="LiveId" clId="{06999F25-183F-4B16-A8AA-A5F67B64BD98}" dt="2024-10-31T04:59:10.223" v="53" actId="14100"/>
        <pc:sldMkLst>
          <pc:docMk/>
          <pc:sldMk cId="417702505" sldId="256"/>
        </pc:sldMkLst>
        <pc:picChg chg="add mod ord">
          <ac:chgData name="Vorakan Thangsurbkul" userId="bc5ff030e26a0ccb" providerId="LiveId" clId="{06999F25-183F-4B16-A8AA-A5F67B64BD98}" dt="2024-10-31T04:55:25.276" v="6" actId="167"/>
          <ac:picMkLst>
            <pc:docMk/>
            <pc:sldMk cId="417702505" sldId="256"/>
            <ac:picMk id="3" creationId="{BBB0FDF2-7C6C-B589-1434-BAFB3038502C}"/>
          </ac:picMkLst>
        </pc:picChg>
        <pc:picChg chg="add mod">
          <ac:chgData name="Vorakan Thangsurbkul" userId="bc5ff030e26a0ccb" providerId="LiveId" clId="{06999F25-183F-4B16-A8AA-A5F67B64BD98}" dt="2024-10-31T04:58:35.471" v="46" actId="1076"/>
          <ac:picMkLst>
            <pc:docMk/>
            <pc:sldMk cId="417702505" sldId="256"/>
            <ac:picMk id="5" creationId="{8DA94085-28CC-5A43-1C42-F26FA077415C}"/>
          </ac:picMkLst>
        </pc:picChg>
        <pc:picChg chg="del">
          <ac:chgData name="Vorakan Thangsurbkul" userId="bc5ff030e26a0ccb" providerId="LiveId" clId="{06999F25-183F-4B16-A8AA-A5F67B64BD98}" dt="2024-10-31T04:54:55.286" v="0" actId="478"/>
          <ac:picMkLst>
            <pc:docMk/>
            <pc:sldMk cId="417702505" sldId="256"/>
            <ac:picMk id="6" creationId="{0B35C911-11BF-C1D7-FB77-B4DBC7BEDDE8}"/>
          </ac:picMkLst>
        </pc:picChg>
        <pc:picChg chg="add mod">
          <ac:chgData name="Vorakan Thangsurbkul" userId="bc5ff030e26a0ccb" providerId="LiveId" clId="{06999F25-183F-4B16-A8AA-A5F67B64BD98}" dt="2024-10-31T04:57:44.143" v="36" actId="1076"/>
          <ac:picMkLst>
            <pc:docMk/>
            <pc:sldMk cId="417702505" sldId="256"/>
            <ac:picMk id="8" creationId="{3DA84316-61BF-96C2-F6E2-B9F747603897}"/>
          </ac:picMkLst>
        </pc:picChg>
        <pc:picChg chg="del">
          <ac:chgData name="Vorakan Thangsurbkul" userId="bc5ff030e26a0ccb" providerId="LiveId" clId="{06999F25-183F-4B16-A8AA-A5F67B64BD98}" dt="2024-10-31T04:55:29.879" v="7" actId="478"/>
          <ac:picMkLst>
            <pc:docMk/>
            <pc:sldMk cId="417702505" sldId="256"/>
            <ac:picMk id="10" creationId="{14BA2B74-FB2B-3E65-54FC-E67CF5852FF2}"/>
          </ac:picMkLst>
        </pc:picChg>
        <pc:picChg chg="add mod">
          <ac:chgData name="Vorakan Thangsurbkul" userId="bc5ff030e26a0ccb" providerId="LiveId" clId="{06999F25-183F-4B16-A8AA-A5F67B64BD98}" dt="2024-10-31T04:57:49.591" v="37" actId="1076"/>
          <ac:picMkLst>
            <pc:docMk/>
            <pc:sldMk cId="417702505" sldId="256"/>
            <ac:picMk id="11" creationId="{E9B2FC6F-4E54-5918-D697-2B2EBF88B9E9}"/>
          </ac:picMkLst>
        </pc:picChg>
        <pc:picChg chg="del">
          <ac:chgData name="Vorakan Thangsurbkul" userId="bc5ff030e26a0ccb" providerId="LiveId" clId="{06999F25-183F-4B16-A8AA-A5F67B64BD98}" dt="2024-10-31T04:55:30.783" v="8" actId="478"/>
          <ac:picMkLst>
            <pc:docMk/>
            <pc:sldMk cId="417702505" sldId="256"/>
            <ac:picMk id="13" creationId="{9EB40F9A-692D-700E-6BAC-0A9909F7DDDD}"/>
          </ac:picMkLst>
        </pc:picChg>
        <pc:picChg chg="add mod">
          <ac:chgData name="Vorakan Thangsurbkul" userId="bc5ff030e26a0ccb" providerId="LiveId" clId="{06999F25-183F-4B16-A8AA-A5F67B64BD98}" dt="2024-10-31T04:59:10.223" v="53" actId="14100"/>
          <ac:picMkLst>
            <pc:docMk/>
            <pc:sldMk cId="417702505" sldId="256"/>
            <ac:picMk id="14" creationId="{7D454D07-4001-6581-9974-57FB0E929129}"/>
          </ac:picMkLst>
        </pc:picChg>
        <pc:picChg chg="del">
          <ac:chgData name="Vorakan Thangsurbkul" userId="bc5ff030e26a0ccb" providerId="LiveId" clId="{06999F25-183F-4B16-A8AA-A5F67B64BD98}" dt="2024-10-31T04:55:31.447" v="9" actId="478"/>
          <ac:picMkLst>
            <pc:docMk/>
            <pc:sldMk cId="417702505" sldId="256"/>
            <ac:picMk id="15" creationId="{43231C55-C271-6026-D44F-4B5F32DB37C9}"/>
          </ac:picMkLst>
        </pc:picChg>
        <pc:picChg chg="del">
          <ac:chgData name="Vorakan Thangsurbkul" userId="bc5ff030e26a0ccb" providerId="LiveId" clId="{06999F25-183F-4B16-A8AA-A5F67B64BD98}" dt="2024-10-31T04:55:32.131" v="10" actId="478"/>
          <ac:picMkLst>
            <pc:docMk/>
            <pc:sldMk cId="417702505" sldId="256"/>
            <ac:picMk id="17" creationId="{D8D04D57-C33B-4784-2E29-DD8B031A8C5D}"/>
          </ac:picMkLst>
        </pc:picChg>
        <pc:picChg chg="add mod">
          <ac:chgData name="Vorakan Thangsurbkul" userId="bc5ff030e26a0ccb" providerId="LiveId" clId="{06999F25-183F-4B16-A8AA-A5F67B64BD98}" dt="2024-10-31T04:58:54.464" v="51" actId="14100"/>
          <ac:picMkLst>
            <pc:docMk/>
            <pc:sldMk cId="417702505" sldId="256"/>
            <ac:picMk id="18" creationId="{358F93BE-7772-B553-AAE2-C9528F15B30F}"/>
          </ac:picMkLst>
        </pc:picChg>
        <pc:picChg chg="del mod">
          <ac:chgData name="Vorakan Thangsurbkul" userId="bc5ff030e26a0ccb" providerId="LiveId" clId="{06999F25-183F-4B16-A8AA-A5F67B64BD98}" dt="2024-10-31T04:55:32.916" v="12" actId="478"/>
          <ac:picMkLst>
            <pc:docMk/>
            <pc:sldMk cId="417702505" sldId="256"/>
            <ac:picMk id="19" creationId="{AA94C0F6-084D-207E-D60A-0C440AAF6535}"/>
          </ac:picMkLst>
        </pc:picChg>
      </pc:sldChg>
    </pc:docChg>
  </pc:docChgLst>
  <pc:docChgLst>
    <pc:chgData name="Vorakan Thangsurbkul" userId="bc5ff030e26a0ccb" providerId="LiveId" clId="{CE057408-1FB1-4D4C-94BA-98AE64BB62C5}"/>
    <pc:docChg chg="custSel modSld">
      <pc:chgData name="Vorakan Thangsurbkul" userId="bc5ff030e26a0ccb" providerId="LiveId" clId="{CE057408-1FB1-4D4C-94BA-98AE64BB62C5}" dt="2024-10-31T05:37:59.848" v="43" actId="1076"/>
      <pc:docMkLst>
        <pc:docMk/>
      </pc:docMkLst>
      <pc:sldChg chg="addSp delSp modSp mod">
        <pc:chgData name="Vorakan Thangsurbkul" userId="bc5ff030e26a0ccb" providerId="LiveId" clId="{CE057408-1FB1-4D4C-94BA-98AE64BB62C5}" dt="2024-10-31T05:37:59.848" v="43" actId="1076"/>
        <pc:sldMkLst>
          <pc:docMk/>
          <pc:sldMk cId="417702505" sldId="256"/>
        </pc:sldMkLst>
        <pc:picChg chg="del">
          <ac:chgData name="Vorakan Thangsurbkul" userId="bc5ff030e26a0ccb" providerId="LiveId" clId="{CE057408-1FB1-4D4C-94BA-98AE64BB62C5}" dt="2024-10-31T05:34:28.617" v="5" actId="478"/>
          <ac:picMkLst>
            <pc:docMk/>
            <pc:sldMk cId="417702505" sldId="256"/>
            <ac:picMk id="3" creationId="{87335035-A219-7979-7303-3222156706B3}"/>
          </ac:picMkLst>
        </pc:picChg>
        <pc:picChg chg="add mod">
          <ac:chgData name="Vorakan Thangsurbkul" userId="bc5ff030e26a0ccb" providerId="LiveId" clId="{CE057408-1FB1-4D4C-94BA-98AE64BB62C5}" dt="2024-10-31T05:34:45.224" v="12" actId="962"/>
          <ac:picMkLst>
            <pc:docMk/>
            <pc:sldMk cId="417702505" sldId="256"/>
            <ac:picMk id="4" creationId="{F8AAAC1C-E675-5074-50BB-F52922078320}"/>
          </ac:picMkLst>
        </pc:picChg>
        <pc:picChg chg="del">
          <ac:chgData name="Vorakan Thangsurbkul" userId="bc5ff030e26a0ccb" providerId="LiveId" clId="{CE057408-1FB1-4D4C-94BA-98AE64BB62C5}" dt="2024-10-31T05:34:21.376" v="0" actId="478"/>
          <ac:picMkLst>
            <pc:docMk/>
            <pc:sldMk cId="417702505" sldId="256"/>
            <ac:picMk id="6" creationId="{7EAB1B06-5FF5-169E-273A-88FDAF11CB2B}"/>
          </ac:picMkLst>
        </pc:picChg>
        <pc:picChg chg="add mod">
          <ac:chgData name="Vorakan Thangsurbkul" userId="bc5ff030e26a0ccb" providerId="LiveId" clId="{CE057408-1FB1-4D4C-94BA-98AE64BB62C5}" dt="2024-10-31T05:35:07.905" v="19" actId="1076"/>
          <ac:picMkLst>
            <pc:docMk/>
            <pc:sldMk cId="417702505" sldId="256"/>
            <ac:picMk id="7" creationId="{68F3A544-AFDF-DC92-421E-1B62EDFF2AE1}"/>
          </ac:picMkLst>
        </pc:picChg>
        <pc:picChg chg="del mod">
          <ac:chgData name="Vorakan Thangsurbkul" userId="bc5ff030e26a0ccb" providerId="LiveId" clId="{CE057408-1FB1-4D4C-94BA-98AE64BB62C5}" dt="2024-10-31T05:34:22.936" v="3" actId="478"/>
          <ac:picMkLst>
            <pc:docMk/>
            <pc:sldMk cId="417702505" sldId="256"/>
            <ac:picMk id="9" creationId="{A069BDEF-9509-F27D-8B39-A63B634E24BE}"/>
          </ac:picMkLst>
        </pc:picChg>
        <pc:picChg chg="add mod">
          <ac:chgData name="Vorakan Thangsurbkul" userId="bc5ff030e26a0ccb" providerId="LiveId" clId="{CE057408-1FB1-4D4C-94BA-98AE64BB62C5}" dt="2024-10-31T05:35:57.544" v="27" actId="1076"/>
          <ac:picMkLst>
            <pc:docMk/>
            <pc:sldMk cId="417702505" sldId="256"/>
            <ac:picMk id="10" creationId="{0A57222C-74E2-B246-F729-66C96E148887}"/>
          </ac:picMkLst>
        </pc:picChg>
        <pc:picChg chg="del">
          <ac:chgData name="Vorakan Thangsurbkul" userId="bc5ff030e26a0ccb" providerId="LiveId" clId="{CE057408-1FB1-4D4C-94BA-98AE64BB62C5}" dt="2024-10-31T05:34:22.042" v="1" actId="478"/>
          <ac:picMkLst>
            <pc:docMk/>
            <pc:sldMk cId="417702505" sldId="256"/>
            <ac:picMk id="12" creationId="{94A58092-3ABE-2E96-A002-7B22B232E53F}"/>
          </ac:picMkLst>
        </pc:picChg>
        <pc:picChg chg="add mod">
          <ac:chgData name="Vorakan Thangsurbkul" userId="bc5ff030e26a0ccb" providerId="LiveId" clId="{CE057408-1FB1-4D4C-94BA-98AE64BB62C5}" dt="2024-10-31T05:36:20.687" v="32" actId="1076"/>
          <ac:picMkLst>
            <pc:docMk/>
            <pc:sldMk cId="417702505" sldId="256"/>
            <ac:picMk id="13" creationId="{25550C8E-5855-D3E9-3967-AAAA6FD41D36}"/>
          </ac:picMkLst>
        </pc:picChg>
        <pc:picChg chg="del">
          <ac:chgData name="Vorakan Thangsurbkul" userId="bc5ff030e26a0ccb" providerId="LiveId" clId="{CE057408-1FB1-4D4C-94BA-98AE64BB62C5}" dt="2024-10-31T05:34:23.651" v="4" actId="478"/>
          <ac:picMkLst>
            <pc:docMk/>
            <pc:sldMk cId="417702505" sldId="256"/>
            <ac:picMk id="15" creationId="{E5F07C57-6E95-55A5-FC76-955F0554B7B7}"/>
          </ac:picMkLst>
        </pc:picChg>
        <pc:picChg chg="add mod">
          <ac:chgData name="Vorakan Thangsurbkul" userId="bc5ff030e26a0ccb" providerId="LiveId" clId="{CE057408-1FB1-4D4C-94BA-98AE64BB62C5}" dt="2024-10-31T05:37:23.232" v="38" actId="14100"/>
          <ac:picMkLst>
            <pc:docMk/>
            <pc:sldMk cId="417702505" sldId="256"/>
            <ac:picMk id="16" creationId="{8922A661-DF6F-E7F6-BB40-E024FF0DD27A}"/>
          </ac:picMkLst>
        </pc:picChg>
        <pc:picChg chg="add mod">
          <ac:chgData name="Vorakan Thangsurbkul" userId="bc5ff030e26a0ccb" providerId="LiveId" clId="{CE057408-1FB1-4D4C-94BA-98AE64BB62C5}" dt="2024-10-31T05:37:59.848" v="43" actId="1076"/>
          <ac:picMkLst>
            <pc:docMk/>
            <pc:sldMk cId="417702505" sldId="256"/>
            <ac:picMk id="18" creationId="{72D14516-FCDD-6A12-B331-77B881A5B56E}"/>
          </ac:picMkLst>
        </pc:picChg>
      </pc:sldChg>
    </pc:docChg>
  </pc:docChgLst>
  <pc:docChgLst>
    <pc:chgData name="Vorakan Thangsurbkul" userId="bc5ff030e26a0ccb" providerId="LiveId" clId="{6A611844-C58C-4C3B-B279-2995BB3104AC}"/>
    <pc:docChg chg="custSel modSld">
      <pc:chgData name="Vorakan Thangsurbkul" userId="bc5ff030e26a0ccb" providerId="LiveId" clId="{6A611844-C58C-4C3B-B279-2995BB3104AC}" dt="2024-09-25T05:03:02.509" v="53" actId="1076"/>
      <pc:docMkLst>
        <pc:docMk/>
      </pc:docMkLst>
      <pc:sldChg chg="addSp delSp modSp mod">
        <pc:chgData name="Vorakan Thangsurbkul" userId="bc5ff030e26a0ccb" providerId="LiveId" clId="{6A611844-C58C-4C3B-B279-2995BB3104AC}" dt="2024-09-25T05:03:02.509" v="53" actId="1076"/>
        <pc:sldMkLst>
          <pc:docMk/>
          <pc:sldMk cId="417702505" sldId="256"/>
        </pc:sldMkLst>
        <pc:picChg chg="del">
          <ac:chgData name="Vorakan Thangsurbkul" userId="bc5ff030e26a0ccb" providerId="LiveId" clId="{6A611844-C58C-4C3B-B279-2995BB3104AC}" dt="2024-09-25T04:58:18.507" v="5" actId="478"/>
          <ac:picMkLst>
            <pc:docMk/>
            <pc:sldMk cId="417702505" sldId="256"/>
            <ac:picMk id="3" creationId="{F31283F5-27B6-FDBF-1625-39808D512A42}"/>
          </ac:picMkLst>
        </pc:picChg>
        <pc:picChg chg="del">
          <ac:chgData name="Vorakan Thangsurbkul" userId="bc5ff030e26a0ccb" providerId="LiveId" clId="{6A611844-C58C-4C3B-B279-2995BB3104AC}" dt="2024-09-25T04:58:17.273" v="3" actId="478"/>
          <ac:picMkLst>
            <pc:docMk/>
            <pc:sldMk cId="417702505" sldId="256"/>
            <ac:picMk id="4" creationId="{2B7FC9A9-4D3B-82B7-D54F-0DC30CEC285E}"/>
          </ac:picMkLst>
        </pc:picChg>
        <pc:picChg chg="del">
          <ac:chgData name="Vorakan Thangsurbkul" userId="bc5ff030e26a0ccb" providerId="LiveId" clId="{6A611844-C58C-4C3B-B279-2995BB3104AC}" dt="2024-09-25T04:58:16.605" v="2" actId="478"/>
          <ac:picMkLst>
            <pc:docMk/>
            <pc:sldMk cId="417702505" sldId="256"/>
            <ac:picMk id="5" creationId="{FB41D632-FF51-F01E-4F1B-109DE14DA773}"/>
          </ac:picMkLst>
        </pc:picChg>
        <pc:picChg chg="add mod">
          <ac:chgData name="Vorakan Thangsurbkul" userId="bc5ff030e26a0ccb" providerId="LiveId" clId="{6A611844-C58C-4C3B-B279-2995BB3104AC}" dt="2024-09-25T05:02:28.881" v="46" actId="1076"/>
          <ac:picMkLst>
            <pc:docMk/>
            <pc:sldMk cId="417702505" sldId="256"/>
            <ac:picMk id="6" creationId="{0B35C911-11BF-C1D7-FB77-B4DBC7BEDDE8}"/>
          </ac:picMkLst>
        </pc:picChg>
        <pc:picChg chg="del">
          <ac:chgData name="Vorakan Thangsurbkul" userId="bc5ff030e26a0ccb" providerId="LiveId" clId="{6A611844-C58C-4C3B-B279-2995BB3104AC}" dt="2024-09-25T04:58:15.325" v="0" actId="478"/>
          <ac:picMkLst>
            <pc:docMk/>
            <pc:sldMk cId="417702505" sldId="256"/>
            <ac:picMk id="7" creationId="{2912036E-C6A2-C5E8-113C-3BAF913968D9}"/>
          </ac:picMkLst>
        </pc:picChg>
        <pc:picChg chg="del">
          <ac:chgData name="Vorakan Thangsurbkul" userId="bc5ff030e26a0ccb" providerId="LiveId" clId="{6A611844-C58C-4C3B-B279-2995BB3104AC}" dt="2024-09-25T04:58:15.973" v="1" actId="478"/>
          <ac:picMkLst>
            <pc:docMk/>
            <pc:sldMk cId="417702505" sldId="256"/>
            <ac:picMk id="9" creationId="{8F8E0473-A278-9F80-9B6A-4C5EA24C725F}"/>
          </ac:picMkLst>
        </pc:picChg>
        <pc:picChg chg="add mod">
          <ac:chgData name="Vorakan Thangsurbkul" userId="bc5ff030e26a0ccb" providerId="LiveId" clId="{6A611844-C58C-4C3B-B279-2995BB3104AC}" dt="2024-09-25T05:02:02.285" v="41" actId="1076"/>
          <ac:picMkLst>
            <pc:docMk/>
            <pc:sldMk cId="417702505" sldId="256"/>
            <ac:picMk id="10" creationId="{14BA2B74-FB2B-3E65-54FC-E67CF5852FF2}"/>
          </ac:picMkLst>
        </pc:picChg>
        <pc:picChg chg="del">
          <ac:chgData name="Vorakan Thangsurbkul" userId="bc5ff030e26a0ccb" providerId="LiveId" clId="{6A611844-C58C-4C3B-B279-2995BB3104AC}" dt="2024-09-25T04:58:17.795" v="4" actId="478"/>
          <ac:picMkLst>
            <pc:docMk/>
            <pc:sldMk cId="417702505" sldId="256"/>
            <ac:picMk id="11" creationId="{E148B782-32AB-26B4-F0C9-A7ADF73FDDAF}"/>
          </ac:picMkLst>
        </pc:picChg>
        <pc:picChg chg="add mod">
          <ac:chgData name="Vorakan Thangsurbkul" userId="bc5ff030e26a0ccb" providerId="LiveId" clId="{6A611844-C58C-4C3B-B279-2995BB3104AC}" dt="2024-09-25T04:59:41.158" v="23" actId="1076"/>
          <ac:picMkLst>
            <pc:docMk/>
            <pc:sldMk cId="417702505" sldId="256"/>
            <ac:picMk id="13" creationId="{9EB40F9A-692D-700E-6BAC-0A9909F7DDDD}"/>
          </ac:picMkLst>
        </pc:picChg>
        <pc:picChg chg="add mod">
          <ac:chgData name="Vorakan Thangsurbkul" userId="bc5ff030e26a0ccb" providerId="LiveId" clId="{6A611844-C58C-4C3B-B279-2995BB3104AC}" dt="2024-09-25T05:02:16.142" v="43" actId="1076"/>
          <ac:picMkLst>
            <pc:docMk/>
            <pc:sldMk cId="417702505" sldId="256"/>
            <ac:picMk id="15" creationId="{43231C55-C271-6026-D44F-4B5F32DB37C9}"/>
          </ac:picMkLst>
        </pc:picChg>
        <pc:picChg chg="add mod">
          <ac:chgData name="Vorakan Thangsurbkul" userId="bc5ff030e26a0ccb" providerId="LiveId" clId="{6A611844-C58C-4C3B-B279-2995BB3104AC}" dt="2024-09-25T05:02:55.813" v="52" actId="1076"/>
          <ac:picMkLst>
            <pc:docMk/>
            <pc:sldMk cId="417702505" sldId="256"/>
            <ac:picMk id="17" creationId="{D8D04D57-C33B-4784-2E29-DD8B031A8C5D}"/>
          </ac:picMkLst>
        </pc:picChg>
        <pc:picChg chg="add mod">
          <ac:chgData name="Vorakan Thangsurbkul" userId="bc5ff030e26a0ccb" providerId="LiveId" clId="{6A611844-C58C-4C3B-B279-2995BB3104AC}" dt="2024-09-25T05:03:02.509" v="53" actId="1076"/>
          <ac:picMkLst>
            <pc:docMk/>
            <pc:sldMk cId="417702505" sldId="256"/>
            <ac:picMk id="19" creationId="{AA94C0F6-084D-207E-D60A-0C440AAF6535}"/>
          </ac:picMkLst>
        </pc:picChg>
      </pc:sldChg>
    </pc:docChg>
  </pc:docChgLst>
  <pc:docChgLst>
    <pc:chgData name="Vorakan Thangsurbkul" userId="bc5ff030e26a0ccb" providerId="LiveId" clId="{C8356655-0FC3-4235-94A5-BFEE7555E11B}"/>
    <pc:docChg chg="undo custSel modSld">
      <pc:chgData name="Vorakan Thangsurbkul" userId="bc5ff030e26a0ccb" providerId="LiveId" clId="{C8356655-0FC3-4235-94A5-BFEE7555E11B}" dt="2024-09-13T05:36:09.827" v="108" actId="1076"/>
      <pc:docMkLst>
        <pc:docMk/>
      </pc:docMkLst>
      <pc:sldChg chg="addSp delSp modSp mod modClrScheme chgLayout">
        <pc:chgData name="Vorakan Thangsurbkul" userId="bc5ff030e26a0ccb" providerId="LiveId" clId="{C8356655-0FC3-4235-94A5-BFEE7555E11B}" dt="2024-09-13T05:36:09.827" v="108" actId="1076"/>
        <pc:sldMkLst>
          <pc:docMk/>
          <pc:sldMk cId="417702505" sldId="256"/>
        </pc:sldMkLst>
        <pc:spChg chg="del">
          <ac:chgData name="Vorakan Thangsurbkul" userId="bc5ff030e26a0ccb" providerId="LiveId" clId="{C8356655-0FC3-4235-94A5-BFEE7555E11B}" dt="2024-09-13T05:13:52.391" v="0" actId="700"/>
          <ac:spMkLst>
            <pc:docMk/>
            <pc:sldMk cId="417702505" sldId="256"/>
            <ac:spMk id="2" creationId="{3CF187AA-AB42-3791-E9BB-5C8663B34BC1}"/>
          </ac:spMkLst>
        </pc:spChg>
        <pc:spChg chg="del">
          <ac:chgData name="Vorakan Thangsurbkul" userId="bc5ff030e26a0ccb" providerId="LiveId" clId="{C8356655-0FC3-4235-94A5-BFEE7555E11B}" dt="2024-09-13T05:13:52.391" v="0" actId="700"/>
          <ac:spMkLst>
            <pc:docMk/>
            <pc:sldMk cId="417702505" sldId="256"/>
            <ac:spMk id="3" creationId="{7F55C9E0-FFC7-2020-FA06-C95DE1557BD3}"/>
          </ac:spMkLst>
        </pc:spChg>
        <pc:picChg chg="add mod">
          <ac:chgData name="Vorakan Thangsurbkul" userId="bc5ff030e26a0ccb" providerId="LiveId" clId="{C8356655-0FC3-4235-94A5-BFEE7555E11B}" dt="2024-09-13T05:17:15.375" v="21" actId="931"/>
          <ac:picMkLst>
            <pc:docMk/>
            <pc:sldMk cId="417702505" sldId="256"/>
            <ac:picMk id="5" creationId="{F3E73081-69EE-826C-8A76-11BACBF9E0F1}"/>
          </ac:picMkLst>
        </pc:picChg>
        <pc:picChg chg="add mod">
          <ac:chgData name="Vorakan Thangsurbkul" userId="bc5ff030e26a0ccb" providerId="LiveId" clId="{C8356655-0FC3-4235-94A5-BFEE7555E11B}" dt="2024-09-13T05:17:15.375" v="21" actId="931"/>
          <ac:picMkLst>
            <pc:docMk/>
            <pc:sldMk cId="417702505" sldId="256"/>
            <ac:picMk id="7" creationId="{E73A2DEA-1FB6-09B8-9651-23E416976D95}"/>
          </ac:picMkLst>
        </pc:picChg>
        <pc:picChg chg="add mod">
          <ac:chgData name="Vorakan Thangsurbkul" userId="bc5ff030e26a0ccb" providerId="LiveId" clId="{C8356655-0FC3-4235-94A5-BFEE7555E11B}" dt="2024-09-13T05:17:15.375" v="21" actId="931"/>
          <ac:picMkLst>
            <pc:docMk/>
            <pc:sldMk cId="417702505" sldId="256"/>
            <ac:picMk id="9" creationId="{740E158B-05CC-E293-5F55-A5E72111DA1F}"/>
          </ac:picMkLst>
        </pc:picChg>
        <pc:picChg chg="add mod">
          <ac:chgData name="Vorakan Thangsurbkul" userId="bc5ff030e26a0ccb" providerId="LiveId" clId="{C8356655-0FC3-4235-94A5-BFEE7555E11B}" dt="2024-09-13T05:17:15.375" v="21" actId="931"/>
          <ac:picMkLst>
            <pc:docMk/>
            <pc:sldMk cId="417702505" sldId="256"/>
            <ac:picMk id="11" creationId="{6A6B3733-B9BE-5F48-E8F4-43A05098B922}"/>
          </ac:picMkLst>
        </pc:picChg>
        <pc:picChg chg="add mod">
          <ac:chgData name="Vorakan Thangsurbkul" userId="bc5ff030e26a0ccb" providerId="LiveId" clId="{C8356655-0FC3-4235-94A5-BFEE7555E11B}" dt="2024-09-13T05:17:15.375" v="21" actId="931"/>
          <ac:picMkLst>
            <pc:docMk/>
            <pc:sldMk cId="417702505" sldId="256"/>
            <ac:picMk id="13" creationId="{3D4AAF31-0C29-40DD-360C-C5A5090F21C2}"/>
          </ac:picMkLst>
        </pc:picChg>
        <pc:picChg chg="add mod">
          <ac:chgData name="Vorakan Thangsurbkul" userId="bc5ff030e26a0ccb" providerId="LiveId" clId="{C8356655-0FC3-4235-94A5-BFEE7555E11B}" dt="2024-09-13T05:17:15.375" v="21" actId="931"/>
          <ac:picMkLst>
            <pc:docMk/>
            <pc:sldMk cId="417702505" sldId="256"/>
            <ac:picMk id="15" creationId="{607146AD-D176-F526-3E4D-1A60BD942A44}"/>
          </ac:picMkLst>
        </pc:picChg>
        <pc:picChg chg="add mod">
          <ac:chgData name="Vorakan Thangsurbkul" userId="bc5ff030e26a0ccb" providerId="LiveId" clId="{C8356655-0FC3-4235-94A5-BFEE7555E11B}" dt="2024-09-13T05:17:15.375" v="21" actId="931"/>
          <ac:picMkLst>
            <pc:docMk/>
            <pc:sldMk cId="417702505" sldId="256"/>
            <ac:picMk id="17" creationId="{4ECC3A8A-42B5-8FBA-ECF4-400151271679}"/>
          </ac:picMkLst>
        </pc:picChg>
        <pc:picChg chg="add del mod">
          <ac:chgData name="Vorakan Thangsurbkul" userId="bc5ff030e26a0ccb" providerId="LiveId" clId="{C8356655-0FC3-4235-94A5-BFEE7555E11B}" dt="2024-09-13T05:19:47.701" v="36" actId="21"/>
          <ac:picMkLst>
            <pc:docMk/>
            <pc:sldMk cId="417702505" sldId="256"/>
            <ac:picMk id="19" creationId="{75A84E52-06BB-82F2-5423-594EB16129EC}"/>
          </ac:picMkLst>
        </pc:picChg>
        <pc:picChg chg="add del mod">
          <ac:chgData name="Vorakan Thangsurbkul" userId="bc5ff030e26a0ccb" providerId="LiveId" clId="{C8356655-0FC3-4235-94A5-BFEE7555E11B}" dt="2024-09-13T05:19:44.880" v="35" actId="21"/>
          <ac:picMkLst>
            <pc:docMk/>
            <pc:sldMk cId="417702505" sldId="256"/>
            <ac:picMk id="21" creationId="{13DFB96F-E2BE-AA77-E7B7-F469C87EDC01}"/>
          </ac:picMkLst>
        </pc:picChg>
        <pc:picChg chg="add mod ord">
          <ac:chgData name="Vorakan Thangsurbkul" userId="bc5ff030e26a0ccb" providerId="LiveId" clId="{C8356655-0FC3-4235-94A5-BFEE7555E11B}" dt="2024-09-13T05:31:35.140" v="83" actId="1076"/>
          <ac:picMkLst>
            <pc:docMk/>
            <pc:sldMk cId="417702505" sldId="256"/>
            <ac:picMk id="23" creationId="{13FC782C-9871-650A-8EA1-FE7B68B40BA8}"/>
          </ac:picMkLst>
        </pc:picChg>
        <pc:picChg chg="add mod ord">
          <ac:chgData name="Vorakan Thangsurbkul" userId="bc5ff030e26a0ccb" providerId="LiveId" clId="{C8356655-0FC3-4235-94A5-BFEE7555E11B}" dt="2024-09-13T05:33:33.214" v="91" actId="1076"/>
          <ac:picMkLst>
            <pc:docMk/>
            <pc:sldMk cId="417702505" sldId="256"/>
            <ac:picMk id="25" creationId="{E934BDE4-723B-BF5E-8694-B29E821F0146}"/>
          </ac:picMkLst>
        </pc:picChg>
        <pc:picChg chg="add del mod ord">
          <ac:chgData name="Vorakan Thangsurbkul" userId="bc5ff030e26a0ccb" providerId="LiveId" clId="{C8356655-0FC3-4235-94A5-BFEE7555E11B}" dt="2024-09-13T05:32:04.601" v="84" actId="21"/>
          <ac:picMkLst>
            <pc:docMk/>
            <pc:sldMk cId="417702505" sldId="256"/>
            <ac:picMk id="27" creationId="{1FC812B2-32B4-AB4E-92A4-278299B0CE2F}"/>
          </ac:picMkLst>
        </pc:picChg>
        <pc:picChg chg="add mod ord">
          <ac:chgData name="Vorakan Thangsurbkul" userId="bc5ff030e26a0ccb" providerId="LiveId" clId="{C8356655-0FC3-4235-94A5-BFEE7555E11B}" dt="2024-09-13T05:33:22.888" v="90" actId="14100"/>
          <ac:picMkLst>
            <pc:docMk/>
            <pc:sldMk cId="417702505" sldId="256"/>
            <ac:picMk id="29" creationId="{AF21F8CE-BAC6-D75F-8FD0-E50B4A59C498}"/>
          </ac:picMkLst>
        </pc:picChg>
        <pc:picChg chg="add mod">
          <ac:chgData name="Vorakan Thangsurbkul" userId="bc5ff030e26a0ccb" providerId="LiveId" clId="{C8356655-0FC3-4235-94A5-BFEE7555E11B}" dt="2024-09-13T05:34:13.294" v="99" actId="1076"/>
          <ac:picMkLst>
            <pc:docMk/>
            <pc:sldMk cId="417702505" sldId="256"/>
            <ac:picMk id="31" creationId="{65A739AF-4BFB-5FE9-D670-E0E75163E929}"/>
          </ac:picMkLst>
        </pc:picChg>
        <pc:picChg chg="add mod">
          <ac:chgData name="Vorakan Thangsurbkul" userId="bc5ff030e26a0ccb" providerId="LiveId" clId="{C8356655-0FC3-4235-94A5-BFEE7555E11B}" dt="2024-09-13T05:36:09.827" v="108" actId="1076"/>
          <ac:picMkLst>
            <pc:docMk/>
            <pc:sldMk cId="417702505" sldId="256"/>
            <ac:picMk id="33" creationId="{6103FE3C-10BF-ECC7-62FB-67FA5709A7DD}"/>
          </ac:picMkLst>
        </pc:picChg>
      </pc:sldChg>
    </pc:docChg>
  </pc:docChgLst>
  <pc:docChgLst>
    <pc:chgData name="Vorakan Thangsurbkul" userId="bc5ff030e26a0ccb" providerId="LiveId" clId="{BC05D84E-2DA3-4A94-8717-C02108AA3BA4}"/>
    <pc:docChg chg="custSel modSld">
      <pc:chgData name="Vorakan Thangsurbkul" userId="bc5ff030e26a0ccb" providerId="LiveId" clId="{BC05D84E-2DA3-4A94-8717-C02108AA3BA4}" dt="2024-10-31T05:46:56.752" v="54" actId="1076"/>
      <pc:docMkLst>
        <pc:docMk/>
      </pc:docMkLst>
      <pc:sldChg chg="addSp delSp modSp mod">
        <pc:chgData name="Vorakan Thangsurbkul" userId="bc5ff030e26a0ccb" providerId="LiveId" clId="{BC05D84E-2DA3-4A94-8717-C02108AA3BA4}" dt="2024-10-31T05:46:56.752" v="54" actId="1076"/>
        <pc:sldMkLst>
          <pc:docMk/>
          <pc:sldMk cId="417702505" sldId="256"/>
        </pc:sldMkLst>
        <pc:picChg chg="add mod">
          <ac:chgData name="Vorakan Thangsurbkul" userId="bc5ff030e26a0ccb" providerId="LiveId" clId="{BC05D84E-2DA3-4A94-8717-C02108AA3BA4}" dt="2024-10-31T05:43:12.401" v="12" actId="962"/>
          <ac:picMkLst>
            <pc:docMk/>
            <pc:sldMk cId="417702505" sldId="256"/>
            <ac:picMk id="3" creationId="{EF3786DE-6E9B-8830-66CC-F182878A8143}"/>
          </ac:picMkLst>
        </pc:picChg>
        <pc:picChg chg="del">
          <ac:chgData name="Vorakan Thangsurbkul" userId="bc5ff030e26a0ccb" providerId="LiveId" clId="{BC05D84E-2DA3-4A94-8717-C02108AA3BA4}" dt="2024-10-31T05:42:57.220" v="5" actId="478"/>
          <ac:picMkLst>
            <pc:docMk/>
            <pc:sldMk cId="417702505" sldId="256"/>
            <ac:picMk id="4" creationId="{F8AAAC1C-E675-5074-50BB-F52922078320}"/>
          </ac:picMkLst>
        </pc:picChg>
        <pc:picChg chg="add mod">
          <ac:chgData name="Vorakan Thangsurbkul" userId="bc5ff030e26a0ccb" providerId="LiveId" clId="{BC05D84E-2DA3-4A94-8717-C02108AA3BA4}" dt="2024-10-31T05:45:03.991" v="34" actId="14100"/>
          <ac:picMkLst>
            <pc:docMk/>
            <pc:sldMk cId="417702505" sldId="256"/>
            <ac:picMk id="6" creationId="{0769B841-FFD3-C783-ABA2-9B609896674A}"/>
          </ac:picMkLst>
        </pc:picChg>
        <pc:picChg chg="del">
          <ac:chgData name="Vorakan Thangsurbkul" userId="bc5ff030e26a0ccb" providerId="LiveId" clId="{BC05D84E-2DA3-4A94-8717-C02108AA3BA4}" dt="2024-10-31T05:42:53.038" v="0" actId="478"/>
          <ac:picMkLst>
            <pc:docMk/>
            <pc:sldMk cId="417702505" sldId="256"/>
            <ac:picMk id="7" creationId="{68F3A544-AFDF-DC92-421E-1B62EDFF2AE1}"/>
          </ac:picMkLst>
        </pc:picChg>
        <pc:picChg chg="add mod">
          <ac:chgData name="Vorakan Thangsurbkul" userId="bc5ff030e26a0ccb" providerId="LiveId" clId="{BC05D84E-2DA3-4A94-8717-C02108AA3BA4}" dt="2024-10-31T05:44:24.407" v="26" actId="14100"/>
          <ac:picMkLst>
            <pc:docMk/>
            <pc:sldMk cId="417702505" sldId="256"/>
            <ac:picMk id="9" creationId="{C29E0E60-083B-5862-DB0E-126F5553CCAE}"/>
          </ac:picMkLst>
        </pc:picChg>
        <pc:picChg chg="del">
          <ac:chgData name="Vorakan Thangsurbkul" userId="bc5ff030e26a0ccb" providerId="LiveId" clId="{BC05D84E-2DA3-4A94-8717-C02108AA3BA4}" dt="2024-10-31T05:42:54.470" v="2" actId="478"/>
          <ac:picMkLst>
            <pc:docMk/>
            <pc:sldMk cId="417702505" sldId="256"/>
            <ac:picMk id="10" creationId="{0A57222C-74E2-B246-F729-66C96E148887}"/>
          </ac:picMkLst>
        </pc:picChg>
        <pc:picChg chg="add mod">
          <ac:chgData name="Vorakan Thangsurbkul" userId="bc5ff030e26a0ccb" providerId="LiveId" clId="{BC05D84E-2DA3-4A94-8717-C02108AA3BA4}" dt="2024-10-31T05:45:58.968" v="43" actId="14100"/>
          <ac:picMkLst>
            <pc:docMk/>
            <pc:sldMk cId="417702505" sldId="256"/>
            <ac:picMk id="12" creationId="{7209D020-DCE7-2707-4202-951A78D3E2C2}"/>
          </ac:picMkLst>
        </pc:picChg>
        <pc:picChg chg="del">
          <ac:chgData name="Vorakan Thangsurbkul" userId="bc5ff030e26a0ccb" providerId="LiveId" clId="{BC05D84E-2DA3-4A94-8717-C02108AA3BA4}" dt="2024-10-31T05:42:53.812" v="1" actId="478"/>
          <ac:picMkLst>
            <pc:docMk/>
            <pc:sldMk cId="417702505" sldId="256"/>
            <ac:picMk id="13" creationId="{25550C8E-5855-D3E9-3967-AAAA6FD41D36}"/>
          </ac:picMkLst>
        </pc:picChg>
        <pc:picChg chg="add mod">
          <ac:chgData name="Vorakan Thangsurbkul" userId="bc5ff030e26a0ccb" providerId="LiveId" clId="{BC05D84E-2DA3-4A94-8717-C02108AA3BA4}" dt="2024-10-31T05:46:47.265" v="51" actId="1076"/>
          <ac:picMkLst>
            <pc:docMk/>
            <pc:sldMk cId="417702505" sldId="256"/>
            <ac:picMk id="15" creationId="{7260F7CB-6F52-76CF-3B66-E253199D9E8A}"/>
          </ac:picMkLst>
        </pc:picChg>
        <pc:picChg chg="del">
          <ac:chgData name="Vorakan Thangsurbkul" userId="bc5ff030e26a0ccb" providerId="LiveId" clId="{BC05D84E-2DA3-4A94-8717-C02108AA3BA4}" dt="2024-10-31T05:42:55.012" v="3" actId="478"/>
          <ac:picMkLst>
            <pc:docMk/>
            <pc:sldMk cId="417702505" sldId="256"/>
            <ac:picMk id="16" creationId="{8922A661-DF6F-E7F6-BB40-E024FF0DD27A}"/>
          </ac:picMkLst>
        </pc:picChg>
        <pc:picChg chg="del">
          <ac:chgData name="Vorakan Thangsurbkul" userId="bc5ff030e26a0ccb" providerId="LiveId" clId="{BC05D84E-2DA3-4A94-8717-C02108AA3BA4}" dt="2024-10-31T05:42:55.530" v="4" actId="478"/>
          <ac:picMkLst>
            <pc:docMk/>
            <pc:sldMk cId="417702505" sldId="256"/>
            <ac:picMk id="18" creationId="{72D14516-FCDD-6A12-B331-77B881A5B56E}"/>
          </ac:picMkLst>
        </pc:picChg>
        <pc:picChg chg="add mod">
          <ac:chgData name="Vorakan Thangsurbkul" userId="bc5ff030e26a0ccb" providerId="LiveId" clId="{BC05D84E-2DA3-4A94-8717-C02108AA3BA4}" dt="2024-10-31T05:46:56.752" v="54" actId="1076"/>
          <ac:picMkLst>
            <pc:docMk/>
            <pc:sldMk cId="417702505" sldId="256"/>
            <ac:picMk id="19" creationId="{C6A91882-4215-B41B-F83C-D4F876C3333D}"/>
          </ac:picMkLst>
        </pc:picChg>
      </pc:sldChg>
    </pc:docChg>
  </pc:docChgLst>
  <pc:docChgLst>
    <pc:chgData name="Vorakan Thangsurbkul" userId="bc5ff030e26a0ccb" providerId="LiveId" clId="{C25C2E04-A14B-428E-B274-328AF7FB2A35}"/>
    <pc:docChg chg="modSld">
      <pc:chgData name="Vorakan Thangsurbkul" userId="bc5ff030e26a0ccb" providerId="LiveId" clId="{C25C2E04-A14B-428E-B274-328AF7FB2A35}" dt="2024-09-13T06:01:14.821" v="25" actId="1076"/>
      <pc:docMkLst>
        <pc:docMk/>
      </pc:docMkLst>
      <pc:sldChg chg="modSp mod">
        <pc:chgData name="Vorakan Thangsurbkul" userId="bc5ff030e26a0ccb" providerId="LiveId" clId="{C25C2E04-A14B-428E-B274-328AF7FB2A35}" dt="2024-09-13T06:01:14.821" v="25" actId="1076"/>
        <pc:sldMkLst>
          <pc:docMk/>
          <pc:sldMk cId="417702505" sldId="256"/>
        </pc:sldMkLst>
        <pc:picChg chg="mod">
          <ac:chgData name="Vorakan Thangsurbkul" userId="bc5ff030e26a0ccb" providerId="LiveId" clId="{C25C2E04-A14B-428E-B274-328AF7FB2A35}" dt="2024-09-13T06:00:29.439" v="18" actId="1076"/>
          <ac:picMkLst>
            <pc:docMk/>
            <pc:sldMk cId="417702505" sldId="256"/>
            <ac:picMk id="23" creationId="{13FC782C-9871-650A-8EA1-FE7B68B40BA8}"/>
          </ac:picMkLst>
        </pc:picChg>
        <pc:picChg chg="mod">
          <ac:chgData name="Vorakan Thangsurbkul" userId="bc5ff030e26a0ccb" providerId="LiveId" clId="{C25C2E04-A14B-428E-B274-328AF7FB2A35}" dt="2024-09-13T06:00:43.561" v="20" actId="14100"/>
          <ac:picMkLst>
            <pc:docMk/>
            <pc:sldMk cId="417702505" sldId="256"/>
            <ac:picMk id="25" creationId="{E934BDE4-723B-BF5E-8694-B29E821F0146}"/>
          </ac:picMkLst>
        </pc:picChg>
        <pc:picChg chg="mod">
          <ac:chgData name="Vorakan Thangsurbkul" userId="bc5ff030e26a0ccb" providerId="LiveId" clId="{C25C2E04-A14B-428E-B274-328AF7FB2A35}" dt="2024-09-13T06:00:56.545" v="22" actId="1076"/>
          <ac:picMkLst>
            <pc:docMk/>
            <pc:sldMk cId="417702505" sldId="256"/>
            <ac:picMk id="31" creationId="{65A739AF-4BFB-5FE9-D670-E0E75163E929}"/>
          </ac:picMkLst>
        </pc:picChg>
        <pc:picChg chg="mod">
          <ac:chgData name="Vorakan Thangsurbkul" userId="bc5ff030e26a0ccb" providerId="LiveId" clId="{C25C2E04-A14B-428E-B274-328AF7FB2A35}" dt="2024-09-13T06:01:14.821" v="25" actId="1076"/>
          <ac:picMkLst>
            <pc:docMk/>
            <pc:sldMk cId="417702505" sldId="256"/>
            <ac:picMk id="33" creationId="{6103FE3C-10BF-ECC7-62FB-67FA5709A7DD}"/>
          </ac:picMkLst>
        </pc:picChg>
      </pc:sldChg>
    </pc:docChg>
  </pc:docChgLst>
  <pc:docChgLst>
    <pc:chgData name="Vorakan Thangsurbkul" userId="bc5ff030e26a0ccb" providerId="LiveId" clId="{11A7E4D0-7A9C-4359-B12C-0C5FE10E588F}"/>
    <pc:docChg chg="custSel modSld">
      <pc:chgData name="Vorakan Thangsurbkul" userId="bc5ff030e26a0ccb" providerId="LiveId" clId="{11A7E4D0-7A9C-4359-B12C-0C5FE10E588F}" dt="2024-10-31T05:30:40.729" v="46" actId="14100"/>
      <pc:docMkLst>
        <pc:docMk/>
      </pc:docMkLst>
      <pc:sldChg chg="addSp delSp modSp mod">
        <pc:chgData name="Vorakan Thangsurbkul" userId="bc5ff030e26a0ccb" providerId="LiveId" clId="{11A7E4D0-7A9C-4359-B12C-0C5FE10E588F}" dt="2024-10-31T05:30:40.729" v="46" actId="14100"/>
        <pc:sldMkLst>
          <pc:docMk/>
          <pc:sldMk cId="417702505" sldId="256"/>
        </pc:sldMkLst>
        <pc:picChg chg="add mod">
          <ac:chgData name="Vorakan Thangsurbkul" userId="bc5ff030e26a0ccb" providerId="LiveId" clId="{11A7E4D0-7A9C-4359-B12C-0C5FE10E588F}" dt="2024-10-31T05:28:09.007" v="44" actId="1076"/>
          <ac:picMkLst>
            <pc:docMk/>
            <pc:sldMk cId="417702505" sldId="256"/>
            <ac:picMk id="3" creationId="{87335035-A219-7979-7303-3222156706B3}"/>
          </ac:picMkLst>
        </pc:picChg>
        <pc:picChg chg="del">
          <ac:chgData name="Vorakan Thangsurbkul" userId="bc5ff030e26a0ccb" providerId="LiveId" clId="{11A7E4D0-7A9C-4359-B12C-0C5FE10E588F}" dt="2024-10-31T05:24:52.778" v="5" actId="478"/>
          <ac:picMkLst>
            <pc:docMk/>
            <pc:sldMk cId="417702505" sldId="256"/>
            <ac:picMk id="4" creationId="{029341E0-0007-BB67-D070-8DABDC38FD28}"/>
          </ac:picMkLst>
        </pc:picChg>
        <pc:picChg chg="add mod">
          <ac:chgData name="Vorakan Thangsurbkul" userId="bc5ff030e26a0ccb" providerId="LiveId" clId="{11A7E4D0-7A9C-4359-B12C-0C5FE10E588F}" dt="2024-10-31T05:25:34.657" v="19" actId="1076"/>
          <ac:picMkLst>
            <pc:docMk/>
            <pc:sldMk cId="417702505" sldId="256"/>
            <ac:picMk id="6" creationId="{7EAB1B06-5FF5-169E-273A-88FDAF11CB2B}"/>
          </ac:picMkLst>
        </pc:picChg>
        <pc:picChg chg="del">
          <ac:chgData name="Vorakan Thangsurbkul" userId="bc5ff030e26a0ccb" providerId="LiveId" clId="{11A7E4D0-7A9C-4359-B12C-0C5FE10E588F}" dt="2024-10-31T05:24:48.145" v="0" actId="478"/>
          <ac:picMkLst>
            <pc:docMk/>
            <pc:sldMk cId="417702505" sldId="256"/>
            <ac:picMk id="7" creationId="{5B679E04-0FA8-582A-2133-332FB69BD27C}"/>
          </ac:picMkLst>
        </pc:picChg>
        <pc:picChg chg="add mod">
          <ac:chgData name="Vorakan Thangsurbkul" userId="bc5ff030e26a0ccb" providerId="LiveId" clId="{11A7E4D0-7A9C-4359-B12C-0C5FE10E588F}" dt="2024-10-31T05:27:54.409" v="41" actId="14100"/>
          <ac:picMkLst>
            <pc:docMk/>
            <pc:sldMk cId="417702505" sldId="256"/>
            <ac:picMk id="9" creationId="{A069BDEF-9509-F27D-8B39-A63B634E24BE}"/>
          </ac:picMkLst>
        </pc:picChg>
        <pc:picChg chg="del">
          <ac:chgData name="Vorakan Thangsurbkul" userId="bc5ff030e26a0ccb" providerId="LiveId" clId="{11A7E4D0-7A9C-4359-B12C-0C5FE10E588F}" dt="2024-10-31T05:24:50.062" v="3" actId="478"/>
          <ac:picMkLst>
            <pc:docMk/>
            <pc:sldMk cId="417702505" sldId="256"/>
            <ac:picMk id="10" creationId="{1C5DB289-E583-BF12-3A0B-35A79BE46860}"/>
          </ac:picMkLst>
        </pc:picChg>
        <pc:picChg chg="add mod">
          <ac:chgData name="Vorakan Thangsurbkul" userId="bc5ff030e26a0ccb" providerId="LiveId" clId="{11A7E4D0-7A9C-4359-B12C-0C5FE10E588F}" dt="2024-10-31T05:27:07.920" v="33" actId="14100"/>
          <ac:picMkLst>
            <pc:docMk/>
            <pc:sldMk cId="417702505" sldId="256"/>
            <ac:picMk id="12" creationId="{94A58092-3ABE-2E96-A002-7B22B232E53F}"/>
          </ac:picMkLst>
        </pc:picChg>
        <pc:picChg chg="del">
          <ac:chgData name="Vorakan Thangsurbkul" userId="bc5ff030e26a0ccb" providerId="LiveId" clId="{11A7E4D0-7A9C-4359-B12C-0C5FE10E588F}" dt="2024-10-31T05:24:48.911" v="1" actId="478"/>
          <ac:picMkLst>
            <pc:docMk/>
            <pc:sldMk cId="417702505" sldId="256"/>
            <ac:picMk id="13" creationId="{776D2C5A-89DD-F511-4418-5C894C3B74E1}"/>
          </ac:picMkLst>
        </pc:picChg>
        <pc:picChg chg="add mod">
          <ac:chgData name="Vorakan Thangsurbkul" userId="bc5ff030e26a0ccb" providerId="LiveId" clId="{11A7E4D0-7A9C-4359-B12C-0C5FE10E588F}" dt="2024-10-31T05:30:40.729" v="46" actId="14100"/>
          <ac:picMkLst>
            <pc:docMk/>
            <pc:sldMk cId="417702505" sldId="256"/>
            <ac:picMk id="15" creationId="{E5F07C57-6E95-55A5-FC76-955F0554B7B7}"/>
          </ac:picMkLst>
        </pc:picChg>
        <pc:picChg chg="del">
          <ac:chgData name="Vorakan Thangsurbkul" userId="bc5ff030e26a0ccb" providerId="LiveId" clId="{11A7E4D0-7A9C-4359-B12C-0C5FE10E588F}" dt="2024-10-31T05:24:49.452" v="2" actId="478"/>
          <ac:picMkLst>
            <pc:docMk/>
            <pc:sldMk cId="417702505" sldId="256"/>
            <ac:picMk id="16" creationId="{7A3C572B-2F90-CDDD-6C2A-B95F46B31984}"/>
          </ac:picMkLst>
        </pc:picChg>
        <pc:picChg chg="del">
          <ac:chgData name="Vorakan Thangsurbkul" userId="bc5ff030e26a0ccb" providerId="LiveId" clId="{11A7E4D0-7A9C-4359-B12C-0C5FE10E588F}" dt="2024-10-31T05:24:50.717" v="4" actId="478"/>
          <ac:picMkLst>
            <pc:docMk/>
            <pc:sldMk cId="417702505" sldId="256"/>
            <ac:picMk id="19" creationId="{72BEF43E-B345-17AE-7814-640868E7C0E9}"/>
          </ac:picMkLst>
        </pc:picChg>
      </pc:sldChg>
    </pc:docChg>
  </pc:docChgLst>
  <pc:docChgLst>
    <pc:chgData name="Vorakan Thangsurbkul" userId="bc5ff030e26a0ccb" providerId="LiveId" clId="{C37322AA-D760-4E81-B20A-983505DC1E84}"/>
    <pc:docChg chg="custSel modSld">
      <pc:chgData name="Vorakan Thangsurbkul" userId="bc5ff030e26a0ccb" providerId="LiveId" clId="{C37322AA-D760-4E81-B20A-983505DC1E84}" dt="2024-10-31T05:11:07.040" v="61" actId="1076"/>
      <pc:docMkLst>
        <pc:docMk/>
      </pc:docMkLst>
      <pc:sldChg chg="addSp delSp modSp mod">
        <pc:chgData name="Vorakan Thangsurbkul" userId="bc5ff030e26a0ccb" providerId="LiveId" clId="{C37322AA-D760-4E81-B20A-983505DC1E84}" dt="2024-10-31T05:11:07.040" v="61" actId="1076"/>
        <pc:sldMkLst>
          <pc:docMk/>
          <pc:sldMk cId="417702505" sldId="256"/>
        </pc:sldMkLst>
        <pc:picChg chg="del">
          <ac:chgData name="Vorakan Thangsurbkul" userId="bc5ff030e26a0ccb" providerId="LiveId" clId="{C37322AA-D760-4E81-B20A-983505DC1E84}" dt="2024-10-31T05:05:15.377" v="5" actId="478"/>
          <ac:picMkLst>
            <pc:docMk/>
            <pc:sldMk cId="417702505" sldId="256"/>
            <ac:picMk id="3" creationId="{BBB0FDF2-7C6C-B589-1434-BAFB3038502C}"/>
          </ac:picMkLst>
        </pc:picChg>
        <pc:picChg chg="add mod">
          <ac:chgData name="Vorakan Thangsurbkul" userId="bc5ff030e26a0ccb" providerId="LiveId" clId="{C37322AA-D760-4E81-B20A-983505DC1E84}" dt="2024-10-31T05:05:39.940" v="12" actId="962"/>
          <ac:picMkLst>
            <pc:docMk/>
            <pc:sldMk cId="417702505" sldId="256"/>
            <ac:picMk id="4" creationId="{029341E0-0007-BB67-D070-8DABDC38FD28}"/>
          </ac:picMkLst>
        </pc:picChg>
        <pc:picChg chg="del">
          <ac:chgData name="Vorakan Thangsurbkul" userId="bc5ff030e26a0ccb" providerId="LiveId" clId="{C37322AA-D760-4E81-B20A-983505DC1E84}" dt="2024-10-31T05:05:12.037" v="2" actId="478"/>
          <ac:picMkLst>
            <pc:docMk/>
            <pc:sldMk cId="417702505" sldId="256"/>
            <ac:picMk id="5" creationId="{8DA94085-28CC-5A43-1C42-F26FA077415C}"/>
          </ac:picMkLst>
        </pc:picChg>
        <pc:picChg chg="add mod">
          <ac:chgData name="Vorakan Thangsurbkul" userId="bc5ff030e26a0ccb" providerId="LiveId" clId="{C37322AA-D760-4E81-B20A-983505DC1E84}" dt="2024-10-31T05:07:19.495" v="27" actId="14100"/>
          <ac:picMkLst>
            <pc:docMk/>
            <pc:sldMk cId="417702505" sldId="256"/>
            <ac:picMk id="7" creationId="{5B679E04-0FA8-582A-2133-332FB69BD27C}"/>
          </ac:picMkLst>
        </pc:picChg>
        <pc:picChg chg="del">
          <ac:chgData name="Vorakan Thangsurbkul" userId="bc5ff030e26a0ccb" providerId="LiveId" clId="{C37322AA-D760-4E81-B20A-983505DC1E84}" dt="2024-10-31T05:05:10.273" v="0" actId="478"/>
          <ac:picMkLst>
            <pc:docMk/>
            <pc:sldMk cId="417702505" sldId="256"/>
            <ac:picMk id="8" creationId="{3DA84316-61BF-96C2-F6E2-B9F747603897}"/>
          </ac:picMkLst>
        </pc:picChg>
        <pc:picChg chg="add mod">
          <ac:chgData name="Vorakan Thangsurbkul" userId="bc5ff030e26a0ccb" providerId="LiveId" clId="{C37322AA-D760-4E81-B20A-983505DC1E84}" dt="2024-10-31T05:07:04.714" v="26" actId="1076"/>
          <ac:picMkLst>
            <pc:docMk/>
            <pc:sldMk cId="417702505" sldId="256"/>
            <ac:picMk id="10" creationId="{1C5DB289-E583-BF12-3A0B-35A79BE46860}"/>
          </ac:picMkLst>
        </pc:picChg>
        <pc:picChg chg="del">
          <ac:chgData name="Vorakan Thangsurbkul" userId="bc5ff030e26a0ccb" providerId="LiveId" clId="{C37322AA-D760-4E81-B20A-983505DC1E84}" dt="2024-10-31T05:05:11.120" v="1" actId="478"/>
          <ac:picMkLst>
            <pc:docMk/>
            <pc:sldMk cId="417702505" sldId="256"/>
            <ac:picMk id="11" creationId="{E9B2FC6F-4E54-5918-D697-2B2EBF88B9E9}"/>
          </ac:picMkLst>
        </pc:picChg>
        <pc:picChg chg="add mod">
          <ac:chgData name="Vorakan Thangsurbkul" userId="bc5ff030e26a0ccb" providerId="LiveId" clId="{C37322AA-D760-4E81-B20A-983505DC1E84}" dt="2024-10-31T05:11:04.440" v="60" actId="1076"/>
          <ac:picMkLst>
            <pc:docMk/>
            <pc:sldMk cId="417702505" sldId="256"/>
            <ac:picMk id="13" creationId="{776D2C5A-89DD-F511-4418-5C894C3B74E1}"/>
          </ac:picMkLst>
        </pc:picChg>
        <pc:picChg chg="del">
          <ac:chgData name="Vorakan Thangsurbkul" userId="bc5ff030e26a0ccb" providerId="LiveId" clId="{C37322AA-D760-4E81-B20A-983505DC1E84}" dt="2024-10-31T05:05:12.694" v="3" actId="478"/>
          <ac:picMkLst>
            <pc:docMk/>
            <pc:sldMk cId="417702505" sldId="256"/>
            <ac:picMk id="14" creationId="{7D454D07-4001-6581-9974-57FB0E929129}"/>
          </ac:picMkLst>
        </pc:picChg>
        <pc:picChg chg="add mod">
          <ac:chgData name="Vorakan Thangsurbkul" userId="bc5ff030e26a0ccb" providerId="LiveId" clId="{C37322AA-D760-4E81-B20A-983505DC1E84}" dt="2024-10-31T05:11:07.040" v="61" actId="1076"/>
          <ac:picMkLst>
            <pc:docMk/>
            <pc:sldMk cId="417702505" sldId="256"/>
            <ac:picMk id="16" creationId="{7A3C572B-2F90-CDDD-6C2A-B95F46B31984}"/>
          </ac:picMkLst>
        </pc:picChg>
        <pc:picChg chg="del">
          <ac:chgData name="Vorakan Thangsurbkul" userId="bc5ff030e26a0ccb" providerId="LiveId" clId="{C37322AA-D760-4E81-B20A-983505DC1E84}" dt="2024-10-31T05:05:13.225" v="4" actId="478"/>
          <ac:picMkLst>
            <pc:docMk/>
            <pc:sldMk cId="417702505" sldId="256"/>
            <ac:picMk id="18" creationId="{358F93BE-7772-B553-AAE2-C9528F15B30F}"/>
          </ac:picMkLst>
        </pc:picChg>
        <pc:picChg chg="add mod">
          <ac:chgData name="Vorakan Thangsurbkul" userId="bc5ff030e26a0ccb" providerId="LiveId" clId="{C37322AA-D760-4E81-B20A-983505DC1E84}" dt="2024-10-31T05:10:26.392" v="50" actId="1076"/>
          <ac:picMkLst>
            <pc:docMk/>
            <pc:sldMk cId="417702505" sldId="256"/>
            <ac:picMk id="19" creationId="{72BEF43E-B345-17AE-7814-640868E7C0E9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h-T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F4D23D-5107-4F5F-890E-EE4FB46FE174}" type="datetimeFigureOut">
              <a:rPr lang="th-TH" smtClean="0"/>
              <a:t>31/10/67</a:t>
            </a:fld>
            <a:endParaRPr lang="th-T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h-T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4AC552-6077-4B3C-921D-FF64A99B812C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7198058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h-T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4AC552-6077-4B3C-921D-FF64A99B812C}" type="slidenum">
              <a:rPr lang="th-TH" smtClean="0"/>
              <a:t>1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9658651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43FB4-E838-2968-63AC-858056AC3B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A44D21-AA96-792B-BB2F-2DA8E0B4D5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B641AC-056F-12AE-D0A7-8847D1E089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E1B90-19C8-45EA-9CD0-39BF694067C6}" type="datetimeFigureOut">
              <a:rPr lang="th-TH" smtClean="0"/>
              <a:t>31/10/67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3D8674-1E62-BEF4-6A53-5C8DA780B2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4FE08F-70EA-1C72-0925-24A0F21A7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5F23F-8360-47B1-81C6-7057C97C10D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0204234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9850E1-AD1F-AA73-8CD9-60B11F2B78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E6C505-1CD4-CF68-E8BA-51BBE7E595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5F1CB7-6E82-116D-022F-5C78AB3F89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E1B90-19C8-45EA-9CD0-39BF694067C6}" type="datetimeFigureOut">
              <a:rPr lang="th-TH" smtClean="0"/>
              <a:t>31/10/67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9BC380-22AD-3CF7-02F0-AA761E7AD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2835B9-AD7A-2D8F-A4FC-0871205C7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5F23F-8360-47B1-81C6-7057C97C10D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074806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1844B-BBEA-C9CA-50ED-9C2BCC151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8C28DD-52F5-B46C-E299-03B77B4B18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3CCE20-0A9A-703F-A65F-2B82690228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E1B90-19C8-45EA-9CD0-39BF694067C6}" type="datetimeFigureOut">
              <a:rPr lang="th-TH" smtClean="0"/>
              <a:t>31/10/67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7BB7BA-9C8A-528F-D306-164BC315E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3B13BE-1D7E-4093-AEDF-BC30FBE4B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5F23F-8360-47B1-81C6-7057C97C10D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8299659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5A62DC-13FF-4504-A66C-6D7DA56A89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3955D4-7167-9A7F-DD99-A73DBA64B3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79977C-50E4-AD56-18C0-F92FB54A77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865C56-FD71-97A7-AE54-36CB1EE6C0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E1B90-19C8-45EA-9CD0-39BF694067C6}" type="datetimeFigureOut">
              <a:rPr lang="th-TH" smtClean="0"/>
              <a:t>31/10/67</a:t>
            </a:fld>
            <a:endParaRPr lang="th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27DF5A-3DE0-A3E7-4435-16135C0586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62BAA4-1F70-E7A4-6363-DCCF8D6BA2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5F23F-8360-47B1-81C6-7057C97C10D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8514834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7FFF46-1F73-4430-5F28-83E7BD21BE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698571-7758-7803-D5F3-D97031EDB5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5791FD-56C9-9AF8-5972-7CAD79E480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FB0AADA-D648-3EE8-0857-6781EF9CF1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9394F15-D805-8F4A-5CB5-92B896EBD0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C7C7E28-A74E-F17A-3830-6324B07393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E1B90-19C8-45EA-9CD0-39BF694067C6}" type="datetimeFigureOut">
              <a:rPr lang="th-TH" smtClean="0"/>
              <a:t>31/10/67</a:t>
            </a:fld>
            <a:endParaRPr lang="th-T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FDF527A-A9EB-C992-D62D-E10008F75A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7E5D9F-0C24-28F3-45F8-AF8839339B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5F23F-8360-47B1-81C6-7057C97C10D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78912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9F1622-1B71-65BE-6BBF-96B0AB192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8D9AE5C-01F5-DB55-BBFC-1B8E72262E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E1B90-19C8-45EA-9CD0-39BF694067C6}" type="datetimeFigureOut">
              <a:rPr lang="th-TH" smtClean="0"/>
              <a:t>31/10/67</a:t>
            </a:fld>
            <a:endParaRPr lang="th-T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32ED07-461D-1508-C856-4E32F019BA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E7BB51-9AD8-8668-D2FB-32F12E2CE5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5F23F-8360-47B1-81C6-7057C97C10D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2992649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1EFE6AC-0109-33E7-B610-514FEA83DB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E1B90-19C8-45EA-9CD0-39BF694067C6}" type="datetimeFigureOut">
              <a:rPr lang="th-TH" smtClean="0"/>
              <a:t>31/10/67</a:t>
            </a:fld>
            <a:endParaRPr lang="th-T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4915595-A9B0-ADD5-CD7E-70DB77EAB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422512-8147-05C0-B175-B346E39F5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5F23F-8360-47B1-81C6-7057C97C10D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388860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894BA5-643E-13E0-597D-CEA045D265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646098-22BE-1EAD-2294-45C28D405B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32068D-BC6C-D1B7-7EF3-5BEDDC06F4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5BD56C-8CB6-B8BB-2F09-BE00C3E5EA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E1B90-19C8-45EA-9CD0-39BF694067C6}" type="datetimeFigureOut">
              <a:rPr lang="th-TH" smtClean="0"/>
              <a:t>31/10/67</a:t>
            </a:fld>
            <a:endParaRPr lang="th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C8345-20D6-21CD-34CC-C4BAA453D3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EA62E1-5421-4BD7-315E-36835F091D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5F23F-8360-47B1-81C6-7057C97C10D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5039550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4E813-6E6F-EA82-796C-C9DC191E86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575321D-DF35-2D57-F170-22E916B9D4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h-T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D337E7-EBB2-1E0A-7581-7DF8AE5538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65E858-B77D-87D6-2515-89F2321E9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E1B90-19C8-45EA-9CD0-39BF694067C6}" type="datetimeFigureOut">
              <a:rPr lang="th-TH" smtClean="0"/>
              <a:t>31/10/67</a:t>
            </a:fld>
            <a:endParaRPr lang="th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7659E2-5C89-7226-9CB8-9A68DDBB26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4A3B19-C6EC-4FA7-328C-4D9BE32917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5F23F-8360-47B1-81C6-7057C97C10D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196504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3E5834-8CAF-0F44-1D04-D10C5B00F0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29FB1E-5061-5290-F3AF-39C9F1D809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969856-2C65-875C-412D-EB3BB05B12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E1B90-19C8-45EA-9CD0-39BF694067C6}" type="datetimeFigureOut">
              <a:rPr lang="th-TH" smtClean="0"/>
              <a:t>31/10/67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120E2F-9EDC-E59C-E1C4-EAAEF2A4F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22CDC9-0AF3-4134-84E7-154AC1063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5F23F-8360-47B1-81C6-7057C97C10D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7038447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6D198CF-CC58-D12C-FBE2-8E6DC7AE9F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4424E6-694D-2C94-6D41-C2CF0390C6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AB0BA7-9BF3-DC90-3284-8907707890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E1B90-19C8-45EA-9CD0-39BF694067C6}" type="datetimeFigureOut">
              <a:rPr lang="th-TH" smtClean="0"/>
              <a:t>31/10/67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0B8A9B-EC8E-1D59-5579-7F66F52F2F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8BF814-6698-ABDA-67C7-09EC1D8E1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5F23F-8360-47B1-81C6-7057C97C10D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4461695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E3149E1-8FD7-568C-6E34-105375B8C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173466-6B32-0FB9-50C7-847DBB3457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9CD85C-8088-2843-7473-33653C9146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EE1B90-19C8-45EA-9CD0-39BF694067C6}" type="datetimeFigureOut">
              <a:rPr lang="th-TH" smtClean="0"/>
              <a:t>31/10/67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086A10-3C07-CA84-9D59-1C283EE97B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1E778F-E11D-F56E-F623-6CD826E27B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A5F23F-8360-47B1-81C6-7057C97C10D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0495383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h-TH"/>
      </a:defPPr>
      <a:lvl1pPr marL="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3" Type="http://schemas.openxmlformats.org/officeDocument/2006/relationships/image" Target="../media/image1.png"/><Relationship Id="rId7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jpg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with lines and dots">
            <a:extLst>
              <a:ext uri="{FF2B5EF4-FFF2-40B4-BE49-F238E27FC236}">
                <a16:creationId xmlns:a16="http://schemas.microsoft.com/office/drawing/2014/main" id="{EF3786DE-6E9B-8830-66CC-F182878A81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Picture 5" descr="A diagram of a stock exchange&#10;&#10;Description automatically generated">
            <a:extLst>
              <a:ext uri="{FF2B5EF4-FFF2-40B4-BE49-F238E27FC236}">
                <a16:creationId xmlns:a16="http://schemas.microsoft.com/office/drawing/2014/main" id="{0769B841-FFD3-C783-ABA2-9B609896674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76" y="573110"/>
            <a:ext cx="3228302" cy="1815920"/>
          </a:xfrm>
          <a:prstGeom prst="rect">
            <a:avLst/>
          </a:prstGeom>
        </p:spPr>
      </p:pic>
      <p:pic>
        <p:nvPicPr>
          <p:cNvPr id="9" name="Picture 8" descr="A diagram of a bull market&#10;&#10;Description automatically generated">
            <a:extLst>
              <a:ext uri="{FF2B5EF4-FFF2-40B4-BE49-F238E27FC236}">
                <a16:creationId xmlns:a16="http://schemas.microsoft.com/office/drawing/2014/main" id="{C29E0E60-083B-5862-DB0E-126F5553CCA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6755" y="4512036"/>
            <a:ext cx="3344213" cy="1881120"/>
          </a:xfrm>
          <a:prstGeom prst="rect">
            <a:avLst/>
          </a:prstGeom>
        </p:spPr>
      </p:pic>
      <p:pic>
        <p:nvPicPr>
          <p:cNvPr id="12" name="Picture 11" descr="A graph of a bear trend&#10;&#10;Description automatically generated">
            <a:extLst>
              <a:ext uri="{FF2B5EF4-FFF2-40B4-BE49-F238E27FC236}">
                <a16:creationId xmlns:a16="http://schemas.microsoft.com/office/drawing/2014/main" id="{7209D020-DCE7-2707-4202-951A78D3E2C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4799" y="150320"/>
            <a:ext cx="3344213" cy="1881120"/>
          </a:xfrm>
          <a:prstGeom prst="rect">
            <a:avLst/>
          </a:prstGeom>
        </p:spPr>
      </p:pic>
      <p:pic>
        <p:nvPicPr>
          <p:cNvPr id="15" name="Picture 14" descr="A diagram of a stock market&#10;&#10;Description automatically generated">
            <a:extLst>
              <a:ext uri="{FF2B5EF4-FFF2-40B4-BE49-F238E27FC236}">
                <a16:creationId xmlns:a16="http://schemas.microsoft.com/office/drawing/2014/main" id="{7260F7CB-6F52-76CF-3B66-E253199D9E8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0582" y="2255011"/>
            <a:ext cx="3344213" cy="1881120"/>
          </a:xfrm>
          <a:prstGeom prst="rect">
            <a:avLst/>
          </a:prstGeom>
        </p:spPr>
      </p:pic>
      <p:pic>
        <p:nvPicPr>
          <p:cNvPr id="19" name="Picture 18" descr="A graph of a candle stick&#10;&#10;Description automatically generated">
            <a:extLst>
              <a:ext uri="{FF2B5EF4-FFF2-40B4-BE49-F238E27FC236}">
                <a16:creationId xmlns:a16="http://schemas.microsoft.com/office/drawing/2014/main" id="{C6A91882-4215-B41B-F83C-D4F876C3333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5445" y="212905"/>
            <a:ext cx="3344214" cy="1881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7025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1</Words>
  <Application>Microsoft Office PowerPoint</Application>
  <PresentationFormat>Widescreen</PresentationFormat>
  <Paragraphs>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Vorakan Thangsurbkul</dc:creator>
  <cp:lastModifiedBy>Vorakan Thangsurbkul</cp:lastModifiedBy>
  <cp:revision>1</cp:revision>
  <dcterms:created xsi:type="dcterms:W3CDTF">2024-09-13T05:12:49Z</dcterms:created>
  <dcterms:modified xsi:type="dcterms:W3CDTF">2024-10-31T05:47:06Z</dcterms:modified>
</cp:coreProperties>
</file>