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55ECF0-C637-40BA-B372-CF77C1407953}" v="9" dt="2024-09-13T09:10:39.516"/>
    <p1510:client id="{986F993D-7137-41B8-8C52-64C0588687FF}" v="7" dt="2024-09-13T05:53:08.8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4" autoAdjust="0"/>
  </p:normalViewPr>
  <p:slideViewPr>
    <p:cSldViewPr snapToGrid="0">
      <p:cViewPr varScale="1">
        <p:scale>
          <a:sx n="104" d="100"/>
          <a:sy n="104" d="100"/>
        </p:scale>
        <p:origin x="138" y="2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rakan Thangsurbkul" userId="bc5ff030e26a0ccb" providerId="LiveId" clId="{986F993D-7137-41B8-8C52-64C0588687FF}"/>
    <pc:docChg chg="custSel modSld">
      <pc:chgData name="Vorakan Thangsurbkul" userId="bc5ff030e26a0ccb" providerId="LiveId" clId="{986F993D-7137-41B8-8C52-64C0588687FF}" dt="2024-09-13T05:53:30.576" v="36" actId="1076"/>
      <pc:docMkLst>
        <pc:docMk/>
      </pc:docMkLst>
      <pc:sldChg chg="addSp delSp modSp mod">
        <pc:chgData name="Vorakan Thangsurbkul" userId="bc5ff030e26a0ccb" providerId="LiveId" clId="{986F993D-7137-41B8-8C52-64C0588687FF}" dt="2024-09-13T05:53:30.576" v="36" actId="1076"/>
        <pc:sldMkLst>
          <pc:docMk/>
          <pc:sldMk cId="417702505" sldId="256"/>
        </pc:sldMkLst>
        <pc:picChg chg="add del mod">
          <ac:chgData name="Vorakan Thangsurbkul" userId="bc5ff030e26a0ccb" providerId="LiveId" clId="{986F993D-7137-41B8-8C52-64C0588687FF}" dt="2024-09-13T05:40:52.161" v="6" actId="21"/>
          <ac:picMkLst>
            <pc:docMk/>
            <pc:sldMk cId="417702505" sldId="256"/>
            <ac:picMk id="3" creationId="{F81ABC79-50FF-7E30-3AA0-9298AFFE39DC}"/>
          </ac:picMkLst>
        </pc:picChg>
        <pc:picChg chg="add mod">
          <ac:chgData name="Vorakan Thangsurbkul" userId="bc5ff030e26a0ccb" providerId="LiveId" clId="{986F993D-7137-41B8-8C52-64C0588687FF}" dt="2024-09-13T05:42:27.162" v="9" actId="14100"/>
          <ac:picMkLst>
            <pc:docMk/>
            <pc:sldMk cId="417702505" sldId="256"/>
            <ac:picMk id="5" creationId="{4E4BD28F-CB23-17BC-FCD4-3990CA9DE816}"/>
          </ac:picMkLst>
        </pc:picChg>
        <pc:picChg chg="add mod">
          <ac:chgData name="Vorakan Thangsurbkul" userId="bc5ff030e26a0ccb" providerId="LiveId" clId="{986F993D-7137-41B8-8C52-64C0588687FF}" dt="2024-09-13T05:42:57.243" v="14" actId="1076"/>
          <ac:picMkLst>
            <pc:docMk/>
            <pc:sldMk cId="417702505" sldId="256"/>
            <ac:picMk id="7" creationId="{5DCF706D-0CB0-0213-3D4E-AF9655167F45}"/>
          </ac:picMkLst>
        </pc:picChg>
        <pc:picChg chg="add mod">
          <ac:chgData name="Vorakan Thangsurbkul" userId="bc5ff030e26a0ccb" providerId="LiveId" clId="{986F993D-7137-41B8-8C52-64C0588687FF}" dt="2024-09-13T05:50:34.087" v="19" actId="1076"/>
          <ac:picMkLst>
            <pc:docMk/>
            <pc:sldMk cId="417702505" sldId="256"/>
            <ac:picMk id="9" creationId="{9695E63D-A2F3-E076-0C9A-1B55B8A42874}"/>
          </ac:picMkLst>
        </pc:picChg>
        <pc:picChg chg="add mod">
          <ac:chgData name="Vorakan Thangsurbkul" userId="bc5ff030e26a0ccb" providerId="LiveId" clId="{986F993D-7137-41B8-8C52-64C0588687FF}" dt="2024-09-13T05:52:00.974" v="28" actId="14100"/>
          <ac:picMkLst>
            <pc:docMk/>
            <pc:sldMk cId="417702505" sldId="256"/>
            <ac:picMk id="11" creationId="{8A4D9496-F7E4-7D55-A3E2-4955738F9B8B}"/>
          </ac:picMkLst>
        </pc:picChg>
        <pc:picChg chg="add mod">
          <ac:chgData name="Vorakan Thangsurbkul" userId="bc5ff030e26a0ccb" providerId="LiveId" clId="{986F993D-7137-41B8-8C52-64C0588687FF}" dt="2024-09-13T05:52:16.108" v="31" actId="1076"/>
          <ac:picMkLst>
            <pc:docMk/>
            <pc:sldMk cId="417702505" sldId="256"/>
            <ac:picMk id="13" creationId="{FCD74648-0698-DFA2-12C7-7C2A3D2A242B}"/>
          </ac:picMkLst>
        </pc:picChg>
        <pc:picChg chg="add mod">
          <ac:chgData name="Vorakan Thangsurbkul" userId="bc5ff030e26a0ccb" providerId="LiveId" clId="{986F993D-7137-41B8-8C52-64C0588687FF}" dt="2024-09-13T05:53:30.576" v="36" actId="1076"/>
          <ac:picMkLst>
            <pc:docMk/>
            <pc:sldMk cId="417702505" sldId="256"/>
            <ac:picMk id="15" creationId="{416478D5-B751-6091-26AA-B2205CFCA4BA}"/>
          </ac:picMkLst>
        </pc:picChg>
        <pc:picChg chg="del">
          <ac:chgData name="Vorakan Thangsurbkul" userId="bc5ff030e26a0ccb" providerId="LiveId" clId="{986F993D-7137-41B8-8C52-64C0588687FF}" dt="2024-09-13T05:40:31.727" v="0" actId="478"/>
          <ac:picMkLst>
            <pc:docMk/>
            <pc:sldMk cId="417702505" sldId="256"/>
            <ac:picMk id="23" creationId="{13FC782C-9871-650A-8EA1-FE7B68B40BA8}"/>
          </ac:picMkLst>
        </pc:picChg>
        <pc:picChg chg="del">
          <ac:chgData name="Vorakan Thangsurbkul" userId="bc5ff030e26a0ccb" providerId="LiveId" clId="{986F993D-7137-41B8-8C52-64C0588687FF}" dt="2024-09-13T05:40:32.706" v="1" actId="478"/>
          <ac:picMkLst>
            <pc:docMk/>
            <pc:sldMk cId="417702505" sldId="256"/>
            <ac:picMk id="25" creationId="{E934BDE4-723B-BF5E-8694-B29E821F0146}"/>
          </ac:picMkLst>
        </pc:picChg>
        <pc:picChg chg="del">
          <ac:chgData name="Vorakan Thangsurbkul" userId="bc5ff030e26a0ccb" providerId="LiveId" clId="{986F993D-7137-41B8-8C52-64C0588687FF}" dt="2024-09-13T05:40:34.767" v="4" actId="478"/>
          <ac:picMkLst>
            <pc:docMk/>
            <pc:sldMk cId="417702505" sldId="256"/>
            <ac:picMk id="29" creationId="{AF21F8CE-BAC6-D75F-8FD0-E50B4A59C498}"/>
          </ac:picMkLst>
        </pc:picChg>
        <pc:picChg chg="del">
          <ac:chgData name="Vorakan Thangsurbkul" userId="bc5ff030e26a0ccb" providerId="LiveId" clId="{986F993D-7137-41B8-8C52-64C0588687FF}" dt="2024-09-13T05:40:33.298" v="2" actId="478"/>
          <ac:picMkLst>
            <pc:docMk/>
            <pc:sldMk cId="417702505" sldId="256"/>
            <ac:picMk id="31" creationId="{65A739AF-4BFB-5FE9-D670-E0E75163E929}"/>
          </ac:picMkLst>
        </pc:picChg>
        <pc:picChg chg="del">
          <ac:chgData name="Vorakan Thangsurbkul" userId="bc5ff030e26a0ccb" providerId="LiveId" clId="{986F993D-7137-41B8-8C52-64C0588687FF}" dt="2024-09-13T05:40:33.813" v="3" actId="478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  <pc:docChgLst>
    <pc:chgData name="Vorakan Thangsurbkul" userId="bc5ff030e26a0ccb" providerId="LiveId" clId="{6455ECF0-C637-40BA-B372-CF77C1407953}"/>
    <pc:docChg chg="undo custSel modSld">
      <pc:chgData name="Vorakan Thangsurbkul" userId="bc5ff030e26a0ccb" providerId="LiveId" clId="{6455ECF0-C637-40BA-B372-CF77C1407953}" dt="2024-09-13T09:13:11.863" v="137" actId="1076"/>
      <pc:docMkLst>
        <pc:docMk/>
      </pc:docMkLst>
      <pc:sldChg chg="addSp delSp modSp mod">
        <pc:chgData name="Vorakan Thangsurbkul" userId="bc5ff030e26a0ccb" providerId="LiveId" clId="{6455ECF0-C637-40BA-B372-CF77C1407953}" dt="2024-09-13T09:13:11.863" v="137" actId="1076"/>
        <pc:sldMkLst>
          <pc:docMk/>
          <pc:sldMk cId="417702505" sldId="256"/>
        </pc:sldMkLst>
        <pc:picChg chg="add del mod">
          <ac:chgData name="Vorakan Thangsurbkul" userId="bc5ff030e26a0ccb" providerId="LiveId" clId="{6455ECF0-C637-40BA-B372-CF77C1407953}" dt="2024-09-13T09:01:07.939" v="71" actId="21"/>
          <ac:picMkLst>
            <pc:docMk/>
            <pc:sldMk cId="417702505" sldId="256"/>
            <ac:picMk id="3" creationId="{795B8C39-2B35-6261-560A-1698019FAD50}"/>
          </ac:picMkLst>
        </pc:picChg>
        <pc:picChg chg="del">
          <ac:chgData name="Vorakan Thangsurbkul" userId="bc5ff030e26a0ccb" providerId="LiveId" clId="{6455ECF0-C637-40BA-B372-CF77C1407953}" dt="2024-09-13T08:50:49.931" v="5" actId="478"/>
          <ac:picMkLst>
            <pc:docMk/>
            <pc:sldMk cId="417702505" sldId="256"/>
            <ac:picMk id="5" creationId="{4E4BD28F-CB23-17BC-FCD4-3990CA9DE816}"/>
          </ac:picMkLst>
        </pc:picChg>
        <pc:picChg chg="add mod">
          <ac:chgData name="Vorakan Thangsurbkul" userId="bc5ff030e26a0ccb" providerId="LiveId" clId="{6455ECF0-C637-40BA-B372-CF77C1407953}" dt="2024-09-13T09:09:58.190" v="112" actId="1076"/>
          <ac:picMkLst>
            <pc:docMk/>
            <pc:sldMk cId="417702505" sldId="256"/>
            <ac:picMk id="6" creationId="{E0051814-941C-B9A3-83CC-C605222AA116}"/>
          </ac:picMkLst>
        </pc:picChg>
        <pc:picChg chg="del">
          <ac:chgData name="Vorakan Thangsurbkul" userId="bc5ff030e26a0ccb" providerId="LiveId" clId="{6455ECF0-C637-40BA-B372-CF77C1407953}" dt="2024-09-13T08:50:43.583" v="2" actId="478"/>
          <ac:picMkLst>
            <pc:docMk/>
            <pc:sldMk cId="417702505" sldId="256"/>
            <ac:picMk id="7" creationId="{5DCF706D-0CB0-0213-3D4E-AF9655167F45}"/>
          </ac:picMkLst>
        </pc:picChg>
        <pc:picChg chg="del">
          <ac:chgData name="Vorakan Thangsurbkul" userId="bc5ff030e26a0ccb" providerId="LiveId" clId="{6455ECF0-C637-40BA-B372-CF77C1407953}" dt="2024-09-13T08:50:42.284" v="0" actId="478"/>
          <ac:picMkLst>
            <pc:docMk/>
            <pc:sldMk cId="417702505" sldId="256"/>
            <ac:picMk id="9" creationId="{9695E63D-A2F3-E076-0C9A-1B55B8A42874}"/>
          </ac:picMkLst>
        </pc:picChg>
        <pc:picChg chg="add mod">
          <ac:chgData name="Vorakan Thangsurbkul" userId="bc5ff030e26a0ccb" providerId="LiveId" clId="{6455ECF0-C637-40BA-B372-CF77C1407953}" dt="2024-09-13T09:12:47.238" v="135" actId="1076"/>
          <ac:picMkLst>
            <pc:docMk/>
            <pc:sldMk cId="417702505" sldId="256"/>
            <ac:picMk id="10" creationId="{35CFE80E-1CED-B8D7-F6E2-C8046B95F04D}"/>
          </ac:picMkLst>
        </pc:picChg>
        <pc:picChg chg="del">
          <ac:chgData name="Vorakan Thangsurbkul" userId="bc5ff030e26a0ccb" providerId="LiveId" clId="{6455ECF0-C637-40BA-B372-CF77C1407953}" dt="2024-09-13T08:50:45.003" v="4" actId="478"/>
          <ac:picMkLst>
            <pc:docMk/>
            <pc:sldMk cId="417702505" sldId="256"/>
            <ac:picMk id="11" creationId="{8A4D9496-F7E4-7D55-A3E2-4955738F9B8B}"/>
          </ac:picMkLst>
        </pc:picChg>
        <pc:picChg chg="del">
          <ac:chgData name="Vorakan Thangsurbkul" userId="bc5ff030e26a0ccb" providerId="LiveId" clId="{6455ECF0-C637-40BA-B372-CF77C1407953}" dt="2024-09-13T08:50:42.966" v="1" actId="478"/>
          <ac:picMkLst>
            <pc:docMk/>
            <pc:sldMk cId="417702505" sldId="256"/>
            <ac:picMk id="13" creationId="{FCD74648-0698-DFA2-12C7-7C2A3D2A242B}"/>
          </ac:picMkLst>
        </pc:picChg>
        <pc:picChg chg="add mod">
          <ac:chgData name="Vorakan Thangsurbkul" userId="bc5ff030e26a0ccb" providerId="LiveId" clId="{6455ECF0-C637-40BA-B372-CF77C1407953}" dt="2024-09-13T09:12:20.236" v="133" actId="14100"/>
          <ac:picMkLst>
            <pc:docMk/>
            <pc:sldMk cId="417702505" sldId="256"/>
            <ac:picMk id="14" creationId="{BB6E1C50-23C9-E024-CFFE-F4926D517354}"/>
          </ac:picMkLst>
        </pc:picChg>
        <pc:picChg chg="del">
          <ac:chgData name="Vorakan Thangsurbkul" userId="bc5ff030e26a0ccb" providerId="LiveId" clId="{6455ECF0-C637-40BA-B372-CF77C1407953}" dt="2024-09-13T08:50:44.348" v="3" actId="478"/>
          <ac:picMkLst>
            <pc:docMk/>
            <pc:sldMk cId="417702505" sldId="256"/>
            <ac:picMk id="15" creationId="{416478D5-B751-6091-26AA-B2205CFCA4BA}"/>
          </ac:picMkLst>
        </pc:picChg>
        <pc:picChg chg="add mod">
          <ac:chgData name="Vorakan Thangsurbkul" userId="bc5ff030e26a0ccb" providerId="LiveId" clId="{6455ECF0-C637-40BA-B372-CF77C1407953}" dt="2024-09-13T09:12:51.388" v="136" actId="1076"/>
          <ac:picMkLst>
            <pc:docMk/>
            <pc:sldMk cId="417702505" sldId="256"/>
            <ac:picMk id="17" creationId="{BE297F2C-99BB-09C0-A34C-CCDA1A53C6D2}"/>
          </ac:picMkLst>
        </pc:picChg>
        <pc:picChg chg="add del mod">
          <ac:chgData name="Vorakan Thangsurbkul" userId="bc5ff030e26a0ccb" providerId="LiveId" clId="{6455ECF0-C637-40BA-B372-CF77C1407953}" dt="2024-09-13T09:01:24.098" v="75" actId="21"/>
          <ac:picMkLst>
            <pc:docMk/>
            <pc:sldMk cId="417702505" sldId="256"/>
            <ac:picMk id="19" creationId="{FB252C1A-2E26-B2DD-08DD-8D5916001D02}"/>
          </ac:picMkLst>
        </pc:picChg>
        <pc:picChg chg="add del mod ord">
          <ac:chgData name="Vorakan Thangsurbkul" userId="bc5ff030e26a0ccb" providerId="LiveId" clId="{6455ECF0-C637-40BA-B372-CF77C1407953}" dt="2024-09-13T09:03:36.275" v="87" actId="21"/>
          <ac:picMkLst>
            <pc:docMk/>
            <pc:sldMk cId="417702505" sldId="256"/>
            <ac:picMk id="21" creationId="{CCB49AA6-1A28-3385-52F8-B18EA929E157}"/>
          </ac:picMkLst>
        </pc:picChg>
        <pc:picChg chg="add mod ord">
          <ac:chgData name="Vorakan Thangsurbkul" userId="bc5ff030e26a0ccb" providerId="LiveId" clId="{6455ECF0-C637-40BA-B372-CF77C1407953}" dt="2024-09-13T09:07:19.543" v="93" actId="167"/>
          <ac:picMkLst>
            <pc:docMk/>
            <pc:sldMk cId="417702505" sldId="256"/>
            <ac:picMk id="23" creationId="{3DDBBFD4-6EBE-B1FA-AFFE-E4AA42455467}"/>
          </ac:picMkLst>
        </pc:picChg>
        <pc:picChg chg="add mod">
          <ac:chgData name="Vorakan Thangsurbkul" userId="bc5ff030e26a0ccb" providerId="LiveId" clId="{6455ECF0-C637-40BA-B372-CF77C1407953}" dt="2024-09-13T09:13:11.863" v="137" actId="1076"/>
          <ac:picMkLst>
            <pc:docMk/>
            <pc:sldMk cId="417702505" sldId="256"/>
            <ac:picMk id="25" creationId="{EA5C8F5C-DF8F-F9B2-788D-F888A4DBA6D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4D23D-5107-4F5F-890E-EE4FB46FE174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AC552-6077-4B3C-921D-FF64A99B812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19805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AC552-6077-4B3C-921D-FF64A99B812C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65865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43FB4-E838-2968-63AC-858056AC3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44D21-AA96-792B-BB2F-2DA8E0B4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641AC-056F-12AE-D0A7-8847D1E08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D8674-1E62-BEF4-6A53-5C8DA780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FE08F-70EA-1C72-0925-24A0F21A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2042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850E1-AD1F-AA73-8CD9-60B11F2B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6C505-1CD4-CF68-E8BA-51BBE7E59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F1CB7-6E82-116D-022F-5C78AB3F8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BC380-22AD-3CF7-02F0-AA761E7A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835B9-AD7A-2D8F-A4FC-0871205C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7480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844B-BBEA-C9CA-50ED-9C2BCC15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C28DD-52F5-B46C-E299-03B77B4B1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CCE20-0A9A-703F-A65F-2B8269022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BB7BA-9C8A-528F-D306-164BC315E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B13BE-1D7E-4093-AEDF-BC30FBE4B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2996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62DC-13FF-4504-A66C-6D7DA56A8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955D4-7167-9A7F-DD99-A73DBA64B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9977C-50E4-AD56-18C0-F92FB54A7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65C56-FD71-97A7-AE54-36CB1EE6C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7DF5A-3DE0-A3E7-4435-16135C058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2BAA4-1F70-E7A4-6363-DCCF8D6BA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51483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FFF46-1F73-4430-5F28-83E7BD21B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8571-7758-7803-D5F3-D97031EDB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791FD-56C9-9AF8-5972-7CAD79E48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B0AADA-D648-3EE8-0857-6781EF9CF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394F15-D805-8F4A-5CB5-92B896EBD0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7C7E28-A74E-F17A-3830-6324B0739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DF527A-A9EB-C992-D62D-E10008F75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7E5D9F-0C24-28F3-45F8-AF883933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789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1622-1B71-65BE-6BBF-96B0AB192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D9AE5C-01F5-DB55-BBFC-1B8E72262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2ED07-461D-1508-C856-4E32F019B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E7BB51-9AD8-8668-D2FB-32F12E2C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9926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EFE6AC-0109-33E7-B610-514FEA83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915595-A9B0-ADD5-CD7E-70DB77EAB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22512-8147-05C0-B175-B346E39F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8886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94BA5-643E-13E0-597D-CEA045D26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46098-22BE-1EAD-2294-45C28D405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2068D-BC6C-D1B7-7EF3-5BEDDC06F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BD56C-8CB6-B8BB-2F09-BE00C3E5E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C8345-20D6-21CD-34CC-C4BAA453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A62E1-5421-4BD7-315E-36835F09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03955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4E813-6E6F-EA82-796C-C9DC191E8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5321D-DF35-2D57-F170-22E916B9D4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337E7-EBB2-1E0A-7581-7DF8AE553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5E858-B77D-87D6-2515-89F2321E9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659E2-5C89-7226-9CB8-9A68DDBB2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A3B19-C6EC-4FA7-328C-4D9BE329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965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E5834-8CAF-0F44-1D04-D10C5B00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9FB1E-5061-5290-F3AF-39C9F1D80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69856-2C65-875C-412D-EB3BB05B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20E2F-9EDC-E59C-E1C4-EAAEF2A4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2CDC9-0AF3-4134-84E7-154AC10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0384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198CF-CC58-D12C-FBE2-8E6DC7AE9F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424E6-694D-2C94-6D41-C2CF0390C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B0BA7-9BF3-DC90-3284-890770789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B8A9B-EC8E-1D59-5579-7F66F52F2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BF814-6698-ABDA-67C7-09EC1D8E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46169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3149E1-8FD7-568C-6E34-105375B8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73466-6B32-0FB9-50C7-847DBB345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CD85C-8088-2843-7473-33653C914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86A10-3C07-CA84-9D59-1C283EE97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E778F-E11D-F56E-F623-6CD826E27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49538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graph showing a stock market&#10;&#10;Description automatically generated">
            <a:extLst>
              <a:ext uri="{FF2B5EF4-FFF2-40B4-BE49-F238E27FC236}">
                <a16:creationId xmlns:a16="http://schemas.microsoft.com/office/drawing/2014/main" id="{3DDBBFD4-6EBE-B1FA-AFFE-E4AA42455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A graph of a bear trap&#10;&#10;Description automatically generated">
            <a:extLst>
              <a:ext uri="{FF2B5EF4-FFF2-40B4-BE49-F238E27FC236}">
                <a16:creationId xmlns:a16="http://schemas.microsoft.com/office/drawing/2014/main" id="{E0051814-941C-B9A3-83CC-C605222AA1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6102"/>
            <a:ext cx="3410783" cy="1918565"/>
          </a:xfrm>
          <a:prstGeom prst="rect">
            <a:avLst/>
          </a:prstGeom>
        </p:spPr>
      </p:pic>
      <p:pic>
        <p:nvPicPr>
          <p:cNvPr id="10" name="Picture 9" descr="A diagram of a candle stick graph&#10;&#10;Description automatically generated">
            <a:extLst>
              <a:ext uri="{FF2B5EF4-FFF2-40B4-BE49-F238E27FC236}">
                <a16:creationId xmlns:a16="http://schemas.microsoft.com/office/drawing/2014/main" id="{35CFE80E-1CED-B8D7-F6E2-C8046B95F0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831" y="4694094"/>
            <a:ext cx="3559144" cy="2002018"/>
          </a:xfrm>
          <a:prstGeom prst="rect">
            <a:avLst/>
          </a:prstGeom>
        </p:spPr>
      </p:pic>
      <p:pic>
        <p:nvPicPr>
          <p:cNvPr id="14" name="Picture 13" descr="A graph of a bull and wedge&#10;&#10;Description automatically generated">
            <a:extLst>
              <a:ext uri="{FF2B5EF4-FFF2-40B4-BE49-F238E27FC236}">
                <a16:creationId xmlns:a16="http://schemas.microsoft.com/office/drawing/2014/main" id="{BB6E1C50-23C9-E024-CFFE-F4926D5173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633" y="227268"/>
            <a:ext cx="3549712" cy="1996712"/>
          </a:xfrm>
          <a:prstGeom prst="rect">
            <a:avLst/>
          </a:prstGeom>
        </p:spPr>
      </p:pic>
      <p:pic>
        <p:nvPicPr>
          <p:cNvPr id="17" name="Picture 16" descr="A graph of bear trend&#10;&#10;Description automatically generated">
            <a:extLst>
              <a:ext uri="{FF2B5EF4-FFF2-40B4-BE49-F238E27FC236}">
                <a16:creationId xmlns:a16="http://schemas.microsoft.com/office/drawing/2014/main" id="{BE297F2C-99BB-09C0-A34C-CCDA1A53C6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9589" y="4699399"/>
            <a:ext cx="3549712" cy="1996713"/>
          </a:xfrm>
          <a:prstGeom prst="rect">
            <a:avLst/>
          </a:prstGeom>
        </p:spPr>
      </p:pic>
      <p:pic>
        <p:nvPicPr>
          <p:cNvPr id="25" name="Picture 24" descr="A graph of a stock market&#10;&#10;Description automatically generated with medium confidence">
            <a:extLst>
              <a:ext uri="{FF2B5EF4-FFF2-40B4-BE49-F238E27FC236}">
                <a16:creationId xmlns:a16="http://schemas.microsoft.com/office/drawing/2014/main" id="{EA5C8F5C-DF8F-F9B2-788D-F888A4DBA6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7337" y="0"/>
            <a:ext cx="3559144" cy="200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02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Vorakan Thangsurbkul</dc:creator>
  <cp:lastModifiedBy>Vorakan Thangsurbkul</cp:lastModifiedBy>
  <cp:revision>2</cp:revision>
  <dcterms:created xsi:type="dcterms:W3CDTF">2024-09-13T05:12:49Z</dcterms:created>
  <dcterms:modified xsi:type="dcterms:W3CDTF">2024-09-13T09:13:20Z</dcterms:modified>
</cp:coreProperties>
</file>