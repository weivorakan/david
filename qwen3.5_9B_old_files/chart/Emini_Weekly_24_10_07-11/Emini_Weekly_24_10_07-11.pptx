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99F25-183F-4B16-A8AA-A5F67B64BD98}" v="6" dt="2024-10-31T04:58:14.068"/>
    <p1510:client id="{11A7E4D0-7A9C-4359-B12C-0C5FE10E588F}" v="5" dt="2024-10-31T05:27:27.258"/>
    <p1510:client id="{C37322AA-D760-4E81-B20A-983505DC1E84}" v="6" dt="2024-10-31T05:09:59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3" d="100"/>
          <a:sy n="143" d="100"/>
        </p:scale>
        <p:origin x="144" y="4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37322AA-D760-4E81-B20A-983505DC1E84}"/>
    <pc:docChg chg="custSel modSld">
      <pc:chgData name="Vorakan Thangsurbkul" userId="bc5ff030e26a0ccb" providerId="LiveId" clId="{C37322AA-D760-4E81-B20A-983505DC1E84}" dt="2024-10-31T05:11:07.040" v="61" actId="1076"/>
      <pc:docMkLst>
        <pc:docMk/>
      </pc:docMkLst>
      <pc:sldChg chg="addSp delSp modSp mod">
        <pc:chgData name="Vorakan Thangsurbkul" userId="bc5ff030e26a0ccb" providerId="LiveId" clId="{C37322AA-D760-4E81-B20A-983505DC1E84}" dt="2024-10-31T05:11:07.040" v="61" actId="1076"/>
        <pc:sldMkLst>
          <pc:docMk/>
          <pc:sldMk cId="417702505" sldId="256"/>
        </pc:sldMkLst>
        <pc:picChg chg="del">
          <ac:chgData name="Vorakan Thangsurbkul" userId="bc5ff030e26a0ccb" providerId="LiveId" clId="{C37322AA-D760-4E81-B20A-983505DC1E84}" dt="2024-10-31T05:05:15.377" v="5" actId="478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C37322AA-D760-4E81-B20A-983505DC1E84}" dt="2024-10-31T05:05:39.940" v="12" actId="962"/>
          <ac:picMkLst>
            <pc:docMk/>
            <pc:sldMk cId="417702505" sldId="256"/>
            <ac:picMk id="4" creationId="{029341E0-0007-BB67-D070-8DABDC38FD28}"/>
          </ac:picMkLst>
        </pc:picChg>
        <pc:picChg chg="del">
          <ac:chgData name="Vorakan Thangsurbkul" userId="bc5ff030e26a0ccb" providerId="LiveId" clId="{C37322AA-D760-4E81-B20A-983505DC1E84}" dt="2024-10-31T05:05:12.037" v="2" actId="478"/>
          <ac:picMkLst>
            <pc:docMk/>
            <pc:sldMk cId="417702505" sldId="256"/>
            <ac:picMk id="5" creationId="{8DA94085-28CC-5A43-1C42-F26FA077415C}"/>
          </ac:picMkLst>
        </pc:picChg>
        <pc:picChg chg="add mod">
          <ac:chgData name="Vorakan Thangsurbkul" userId="bc5ff030e26a0ccb" providerId="LiveId" clId="{C37322AA-D760-4E81-B20A-983505DC1E84}" dt="2024-10-31T05:07:19.495" v="27" actId="14100"/>
          <ac:picMkLst>
            <pc:docMk/>
            <pc:sldMk cId="417702505" sldId="256"/>
            <ac:picMk id="7" creationId="{5B679E04-0FA8-582A-2133-332FB69BD27C}"/>
          </ac:picMkLst>
        </pc:picChg>
        <pc:picChg chg="del">
          <ac:chgData name="Vorakan Thangsurbkul" userId="bc5ff030e26a0ccb" providerId="LiveId" clId="{C37322AA-D760-4E81-B20A-983505DC1E84}" dt="2024-10-31T05:05:10.273" v="0" actId="478"/>
          <ac:picMkLst>
            <pc:docMk/>
            <pc:sldMk cId="417702505" sldId="256"/>
            <ac:picMk id="8" creationId="{3DA84316-61BF-96C2-F6E2-B9F747603897}"/>
          </ac:picMkLst>
        </pc:picChg>
        <pc:picChg chg="add mod">
          <ac:chgData name="Vorakan Thangsurbkul" userId="bc5ff030e26a0ccb" providerId="LiveId" clId="{C37322AA-D760-4E81-B20A-983505DC1E84}" dt="2024-10-31T05:07:04.714" v="26" actId="1076"/>
          <ac:picMkLst>
            <pc:docMk/>
            <pc:sldMk cId="417702505" sldId="256"/>
            <ac:picMk id="10" creationId="{1C5DB289-E583-BF12-3A0B-35A79BE46860}"/>
          </ac:picMkLst>
        </pc:picChg>
        <pc:picChg chg="del">
          <ac:chgData name="Vorakan Thangsurbkul" userId="bc5ff030e26a0ccb" providerId="LiveId" clId="{C37322AA-D760-4E81-B20A-983505DC1E84}" dt="2024-10-31T05:05:11.120" v="1" actId="478"/>
          <ac:picMkLst>
            <pc:docMk/>
            <pc:sldMk cId="417702505" sldId="256"/>
            <ac:picMk id="11" creationId="{E9B2FC6F-4E54-5918-D697-2B2EBF88B9E9}"/>
          </ac:picMkLst>
        </pc:picChg>
        <pc:picChg chg="add mod">
          <ac:chgData name="Vorakan Thangsurbkul" userId="bc5ff030e26a0ccb" providerId="LiveId" clId="{C37322AA-D760-4E81-B20A-983505DC1E84}" dt="2024-10-31T05:11:04.440" v="60" actId="1076"/>
          <ac:picMkLst>
            <pc:docMk/>
            <pc:sldMk cId="417702505" sldId="256"/>
            <ac:picMk id="13" creationId="{776D2C5A-89DD-F511-4418-5C894C3B74E1}"/>
          </ac:picMkLst>
        </pc:picChg>
        <pc:picChg chg="del">
          <ac:chgData name="Vorakan Thangsurbkul" userId="bc5ff030e26a0ccb" providerId="LiveId" clId="{C37322AA-D760-4E81-B20A-983505DC1E84}" dt="2024-10-31T05:05:12.694" v="3" actId="478"/>
          <ac:picMkLst>
            <pc:docMk/>
            <pc:sldMk cId="417702505" sldId="256"/>
            <ac:picMk id="14" creationId="{7D454D07-4001-6581-9974-57FB0E929129}"/>
          </ac:picMkLst>
        </pc:picChg>
        <pc:picChg chg="add mod">
          <ac:chgData name="Vorakan Thangsurbkul" userId="bc5ff030e26a0ccb" providerId="LiveId" clId="{C37322AA-D760-4E81-B20A-983505DC1E84}" dt="2024-10-31T05:11:07.040" v="61" actId="1076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C37322AA-D760-4E81-B20A-983505DC1E84}" dt="2024-10-31T05:05:13.225" v="4" actId="478"/>
          <ac:picMkLst>
            <pc:docMk/>
            <pc:sldMk cId="417702505" sldId="256"/>
            <ac:picMk id="18" creationId="{358F93BE-7772-B553-AAE2-C9528F15B30F}"/>
          </ac:picMkLst>
        </pc:picChg>
        <pc:picChg chg="add mod">
          <ac:chgData name="Vorakan Thangsurbkul" userId="bc5ff030e26a0ccb" providerId="LiveId" clId="{C37322AA-D760-4E81-B20A-983505DC1E84}" dt="2024-10-31T05:10:26.392" v="50" actId="1076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06999F25-183F-4B16-A8AA-A5F67B64BD98}"/>
    <pc:docChg chg="custSel modSld">
      <pc:chgData name="Vorakan Thangsurbkul" userId="bc5ff030e26a0ccb" providerId="LiveId" clId="{06999F25-183F-4B16-A8AA-A5F67B64BD98}" dt="2024-10-31T04:59:10.223" v="53" actId="14100"/>
      <pc:docMkLst>
        <pc:docMk/>
      </pc:docMkLst>
      <pc:sldChg chg="addSp delSp modSp mod">
        <pc:chgData name="Vorakan Thangsurbkul" userId="bc5ff030e26a0ccb" providerId="LiveId" clId="{06999F25-183F-4B16-A8AA-A5F67B64BD98}" dt="2024-10-31T04:59:10.223" v="53" actId="14100"/>
        <pc:sldMkLst>
          <pc:docMk/>
          <pc:sldMk cId="417702505" sldId="256"/>
        </pc:sldMkLst>
        <pc:picChg chg="add mod ord">
          <ac:chgData name="Vorakan Thangsurbkul" userId="bc5ff030e26a0ccb" providerId="LiveId" clId="{06999F25-183F-4B16-A8AA-A5F67B64BD98}" dt="2024-10-31T04:55:25.276" v="6" actId="167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06999F25-183F-4B16-A8AA-A5F67B64BD98}" dt="2024-10-31T04:58:35.471" v="46" actId="1076"/>
          <ac:picMkLst>
            <pc:docMk/>
            <pc:sldMk cId="417702505" sldId="256"/>
            <ac:picMk id="5" creationId="{8DA94085-28CC-5A43-1C42-F26FA077415C}"/>
          </ac:picMkLst>
        </pc:picChg>
        <pc:picChg chg="del">
          <ac:chgData name="Vorakan Thangsurbkul" userId="bc5ff030e26a0ccb" providerId="LiveId" clId="{06999F25-183F-4B16-A8AA-A5F67B64BD98}" dt="2024-10-31T04:54:55.286" v="0" actId="478"/>
          <ac:picMkLst>
            <pc:docMk/>
            <pc:sldMk cId="417702505" sldId="256"/>
            <ac:picMk id="6" creationId="{0B35C911-11BF-C1D7-FB77-B4DBC7BEDDE8}"/>
          </ac:picMkLst>
        </pc:picChg>
        <pc:picChg chg="add mod">
          <ac:chgData name="Vorakan Thangsurbkul" userId="bc5ff030e26a0ccb" providerId="LiveId" clId="{06999F25-183F-4B16-A8AA-A5F67B64BD98}" dt="2024-10-31T04:57:44.143" v="36" actId="1076"/>
          <ac:picMkLst>
            <pc:docMk/>
            <pc:sldMk cId="417702505" sldId="256"/>
            <ac:picMk id="8" creationId="{3DA84316-61BF-96C2-F6E2-B9F747603897}"/>
          </ac:picMkLst>
        </pc:picChg>
        <pc:picChg chg="del">
          <ac:chgData name="Vorakan Thangsurbkul" userId="bc5ff030e26a0ccb" providerId="LiveId" clId="{06999F25-183F-4B16-A8AA-A5F67B64BD98}" dt="2024-10-31T04:55:29.879" v="7" actId="478"/>
          <ac:picMkLst>
            <pc:docMk/>
            <pc:sldMk cId="417702505" sldId="256"/>
            <ac:picMk id="10" creationId="{14BA2B74-FB2B-3E65-54FC-E67CF5852FF2}"/>
          </ac:picMkLst>
        </pc:picChg>
        <pc:picChg chg="add mod">
          <ac:chgData name="Vorakan Thangsurbkul" userId="bc5ff030e26a0ccb" providerId="LiveId" clId="{06999F25-183F-4B16-A8AA-A5F67B64BD98}" dt="2024-10-31T04:57:49.591" v="37" actId="1076"/>
          <ac:picMkLst>
            <pc:docMk/>
            <pc:sldMk cId="417702505" sldId="256"/>
            <ac:picMk id="11" creationId="{E9B2FC6F-4E54-5918-D697-2B2EBF88B9E9}"/>
          </ac:picMkLst>
        </pc:picChg>
        <pc:picChg chg="del">
          <ac:chgData name="Vorakan Thangsurbkul" userId="bc5ff030e26a0ccb" providerId="LiveId" clId="{06999F25-183F-4B16-A8AA-A5F67B64BD98}" dt="2024-10-31T04:55:30.783" v="8" actId="478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06999F25-183F-4B16-A8AA-A5F67B64BD98}" dt="2024-10-31T04:59:10.223" v="53" actId="14100"/>
          <ac:picMkLst>
            <pc:docMk/>
            <pc:sldMk cId="417702505" sldId="256"/>
            <ac:picMk id="14" creationId="{7D454D07-4001-6581-9974-57FB0E929129}"/>
          </ac:picMkLst>
        </pc:picChg>
        <pc:picChg chg="del">
          <ac:chgData name="Vorakan Thangsurbkul" userId="bc5ff030e26a0ccb" providerId="LiveId" clId="{06999F25-183F-4B16-A8AA-A5F67B64BD98}" dt="2024-10-31T04:55:31.447" v="9" actId="478"/>
          <ac:picMkLst>
            <pc:docMk/>
            <pc:sldMk cId="417702505" sldId="256"/>
            <ac:picMk id="15" creationId="{43231C55-C271-6026-D44F-4B5F32DB37C9}"/>
          </ac:picMkLst>
        </pc:picChg>
        <pc:picChg chg="del">
          <ac:chgData name="Vorakan Thangsurbkul" userId="bc5ff030e26a0ccb" providerId="LiveId" clId="{06999F25-183F-4B16-A8AA-A5F67B64BD98}" dt="2024-10-31T04:55:32.131" v="10" actId="478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06999F25-183F-4B16-A8AA-A5F67B64BD98}" dt="2024-10-31T04:58:54.464" v="51" actId="14100"/>
          <ac:picMkLst>
            <pc:docMk/>
            <pc:sldMk cId="417702505" sldId="256"/>
            <ac:picMk id="18" creationId="{358F93BE-7772-B553-AAE2-C9528F15B30F}"/>
          </ac:picMkLst>
        </pc:picChg>
        <pc:picChg chg="del mod">
          <ac:chgData name="Vorakan Thangsurbkul" userId="bc5ff030e26a0ccb" providerId="LiveId" clId="{06999F25-183F-4B16-A8AA-A5F67B64BD98}" dt="2024-10-31T04:55:32.916" v="12" actId="478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11A7E4D0-7A9C-4359-B12C-0C5FE10E588F}"/>
    <pc:docChg chg="custSel modSld">
      <pc:chgData name="Vorakan Thangsurbkul" userId="bc5ff030e26a0ccb" providerId="LiveId" clId="{11A7E4D0-7A9C-4359-B12C-0C5FE10E588F}" dt="2024-10-31T05:30:40.729" v="46" actId="14100"/>
      <pc:docMkLst>
        <pc:docMk/>
      </pc:docMkLst>
      <pc:sldChg chg="addSp delSp modSp mod">
        <pc:chgData name="Vorakan Thangsurbkul" userId="bc5ff030e26a0ccb" providerId="LiveId" clId="{11A7E4D0-7A9C-4359-B12C-0C5FE10E588F}" dt="2024-10-31T05:30:40.729" v="46" actId="14100"/>
        <pc:sldMkLst>
          <pc:docMk/>
          <pc:sldMk cId="417702505" sldId="256"/>
        </pc:sldMkLst>
        <pc:picChg chg="add mod">
          <ac:chgData name="Vorakan Thangsurbkul" userId="bc5ff030e26a0ccb" providerId="LiveId" clId="{11A7E4D0-7A9C-4359-B12C-0C5FE10E588F}" dt="2024-10-31T05:28:09.007" v="44" actId="1076"/>
          <ac:picMkLst>
            <pc:docMk/>
            <pc:sldMk cId="417702505" sldId="256"/>
            <ac:picMk id="3" creationId="{87335035-A219-7979-7303-3222156706B3}"/>
          </ac:picMkLst>
        </pc:picChg>
        <pc:picChg chg="del">
          <ac:chgData name="Vorakan Thangsurbkul" userId="bc5ff030e26a0ccb" providerId="LiveId" clId="{11A7E4D0-7A9C-4359-B12C-0C5FE10E588F}" dt="2024-10-31T05:24:52.778" v="5" actId="478"/>
          <ac:picMkLst>
            <pc:docMk/>
            <pc:sldMk cId="417702505" sldId="256"/>
            <ac:picMk id="4" creationId="{029341E0-0007-BB67-D070-8DABDC38FD28}"/>
          </ac:picMkLst>
        </pc:picChg>
        <pc:picChg chg="add mod">
          <ac:chgData name="Vorakan Thangsurbkul" userId="bc5ff030e26a0ccb" providerId="LiveId" clId="{11A7E4D0-7A9C-4359-B12C-0C5FE10E588F}" dt="2024-10-31T05:25:34.657" v="19" actId="1076"/>
          <ac:picMkLst>
            <pc:docMk/>
            <pc:sldMk cId="417702505" sldId="256"/>
            <ac:picMk id="6" creationId="{7EAB1B06-5FF5-169E-273A-88FDAF11CB2B}"/>
          </ac:picMkLst>
        </pc:picChg>
        <pc:picChg chg="del">
          <ac:chgData name="Vorakan Thangsurbkul" userId="bc5ff030e26a0ccb" providerId="LiveId" clId="{11A7E4D0-7A9C-4359-B12C-0C5FE10E588F}" dt="2024-10-31T05:24:48.145" v="0" actId="478"/>
          <ac:picMkLst>
            <pc:docMk/>
            <pc:sldMk cId="417702505" sldId="256"/>
            <ac:picMk id="7" creationId="{5B679E04-0FA8-582A-2133-332FB69BD27C}"/>
          </ac:picMkLst>
        </pc:picChg>
        <pc:picChg chg="add mod">
          <ac:chgData name="Vorakan Thangsurbkul" userId="bc5ff030e26a0ccb" providerId="LiveId" clId="{11A7E4D0-7A9C-4359-B12C-0C5FE10E588F}" dt="2024-10-31T05:27:54.409" v="41" actId="14100"/>
          <ac:picMkLst>
            <pc:docMk/>
            <pc:sldMk cId="417702505" sldId="256"/>
            <ac:picMk id="9" creationId="{A069BDEF-9509-F27D-8B39-A63B634E24BE}"/>
          </ac:picMkLst>
        </pc:picChg>
        <pc:picChg chg="del">
          <ac:chgData name="Vorakan Thangsurbkul" userId="bc5ff030e26a0ccb" providerId="LiveId" clId="{11A7E4D0-7A9C-4359-B12C-0C5FE10E588F}" dt="2024-10-31T05:24:50.062" v="3" actId="478"/>
          <ac:picMkLst>
            <pc:docMk/>
            <pc:sldMk cId="417702505" sldId="256"/>
            <ac:picMk id="10" creationId="{1C5DB289-E583-BF12-3A0B-35A79BE46860}"/>
          </ac:picMkLst>
        </pc:picChg>
        <pc:picChg chg="add mod">
          <ac:chgData name="Vorakan Thangsurbkul" userId="bc5ff030e26a0ccb" providerId="LiveId" clId="{11A7E4D0-7A9C-4359-B12C-0C5FE10E588F}" dt="2024-10-31T05:27:07.920" v="33" actId="14100"/>
          <ac:picMkLst>
            <pc:docMk/>
            <pc:sldMk cId="417702505" sldId="256"/>
            <ac:picMk id="12" creationId="{94A58092-3ABE-2E96-A002-7B22B232E53F}"/>
          </ac:picMkLst>
        </pc:picChg>
        <pc:picChg chg="del">
          <ac:chgData name="Vorakan Thangsurbkul" userId="bc5ff030e26a0ccb" providerId="LiveId" clId="{11A7E4D0-7A9C-4359-B12C-0C5FE10E588F}" dt="2024-10-31T05:24:48.911" v="1" actId="478"/>
          <ac:picMkLst>
            <pc:docMk/>
            <pc:sldMk cId="417702505" sldId="256"/>
            <ac:picMk id="13" creationId="{776D2C5A-89DD-F511-4418-5C894C3B74E1}"/>
          </ac:picMkLst>
        </pc:picChg>
        <pc:picChg chg="add mod">
          <ac:chgData name="Vorakan Thangsurbkul" userId="bc5ff030e26a0ccb" providerId="LiveId" clId="{11A7E4D0-7A9C-4359-B12C-0C5FE10E588F}" dt="2024-10-31T05:30:40.729" v="46" actId="14100"/>
          <ac:picMkLst>
            <pc:docMk/>
            <pc:sldMk cId="417702505" sldId="256"/>
            <ac:picMk id="15" creationId="{E5F07C57-6E95-55A5-FC76-955F0554B7B7}"/>
          </ac:picMkLst>
        </pc:picChg>
        <pc:picChg chg="del">
          <ac:chgData name="Vorakan Thangsurbkul" userId="bc5ff030e26a0ccb" providerId="LiveId" clId="{11A7E4D0-7A9C-4359-B12C-0C5FE10E588F}" dt="2024-10-31T05:24:49.452" v="2" actId="478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11A7E4D0-7A9C-4359-B12C-0C5FE10E588F}" dt="2024-10-31T05:24:50.717" v="4" actId="478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dots">
            <a:extLst>
              <a:ext uri="{FF2B5EF4-FFF2-40B4-BE49-F238E27FC236}">
                <a16:creationId xmlns:a16="http://schemas.microsoft.com/office/drawing/2014/main" id="{87335035-A219-7979-7303-322215670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858000"/>
          </a:xfrm>
          <a:prstGeom prst="rect">
            <a:avLst/>
          </a:prstGeom>
        </p:spPr>
      </p:pic>
      <p:pic>
        <p:nvPicPr>
          <p:cNvPr id="6" name="Picture 5" descr="A diagram of a bearish bear&#10;&#10;Description automatically generated">
            <a:extLst>
              <a:ext uri="{FF2B5EF4-FFF2-40B4-BE49-F238E27FC236}">
                <a16:creationId xmlns:a16="http://schemas.microsoft.com/office/drawing/2014/main" id="{7EAB1B06-5FF5-169E-273A-88FDAF11C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1" y="1220027"/>
            <a:ext cx="3024638" cy="1697578"/>
          </a:xfrm>
          <a:prstGeom prst="rect">
            <a:avLst/>
          </a:prstGeom>
        </p:spPr>
      </p:pic>
      <p:pic>
        <p:nvPicPr>
          <p:cNvPr id="9" name="Picture 8" descr="A diagram of a bull trend&#10;&#10;Description automatically generated">
            <a:extLst>
              <a:ext uri="{FF2B5EF4-FFF2-40B4-BE49-F238E27FC236}">
                <a16:creationId xmlns:a16="http://schemas.microsoft.com/office/drawing/2014/main" id="{A069BDEF-9509-F27D-8B39-A63B634E2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594" y="4845273"/>
            <a:ext cx="3130693" cy="1761016"/>
          </a:xfrm>
          <a:prstGeom prst="rect">
            <a:avLst/>
          </a:prstGeom>
        </p:spPr>
      </p:pic>
      <p:pic>
        <p:nvPicPr>
          <p:cNvPr id="12" name="Picture 11" descr="A diagram of a bull trend&#10;&#10;Description automatically generated">
            <a:extLst>
              <a:ext uri="{FF2B5EF4-FFF2-40B4-BE49-F238E27FC236}">
                <a16:creationId xmlns:a16="http://schemas.microsoft.com/office/drawing/2014/main" id="{94A58092-3ABE-2E96-A002-7B22B232E5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290" y="47762"/>
            <a:ext cx="3130693" cy="1761015"/>
          </a:xfrm>
          <a:prstGeom prst="rect">
            <a:avLst/>
          </a:prstGeom>
        </p:spPr>
      </p:pic>
      <p:pic>
        <p:nvPicPr>
          <p:cNvPr id="15" name="Picture 14" descr="A graph showing a different pattern&#10;&#10;Description automatically generated with medium confidence">
            <a:extLst>
              <a:ext uri="{FF2B5EF4-FFF2-40B4-BE49-F238E27FC236}">
                <a16:creationId xmlns:a16="http://schemas.microsoft.com/office/drawing/2014/main" id="{E5F07C57-6E95-55A5-FC76-955F0554B7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558" y="2917605"/>
            <a:ext cx="3154730" cy="177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2024-10-31T05:30:49Z</dcterms:modified>
</cp:coreProperties>
</file>