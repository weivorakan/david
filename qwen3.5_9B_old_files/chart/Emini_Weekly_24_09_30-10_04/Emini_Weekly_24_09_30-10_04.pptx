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99F25-183F-4B16-A8AA-A5F67B64BD98}" v="6" dt="2024-10-31T04:58:14.068"/>
    <p1510:client id="{C37322AA-D760-4E81-B20A-983505DC1E84}" v="7" dt="2024-10-31T05:22:00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48" d="100"/>
          <a:sy n="148" d="100"/>
        </p:scale>
        <p:origin x="120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C37322AA-D760-4E81-B20A-983505DC1E84}"/>
    <pc:docChg chg="custSel modSld">
      <pc:chgData name="Vorakan Thangsurbkul" userId="bc5ff030e26a0ccb" providerId="LiveId" clId="{C37322AA-D760-4E81-B20A-983505DC1E84}" dt="2024-10-31T05:24:03.991" v="87" actId="14100"/>
      <pc:docMkLst>
        <pc:docMk/>
      </pc:docMkLst>
      <pc:sldChg chg="addSp delSp modSp mod">
        <pc:chgData name="Vorakan Thangsurbkul" userId="bc5ff030e26a0ccb" providerId="LiveId" clId="{C37322AA-D760-4E81-B20A-983505DC1E84}" dt="2024-10-31T05:24:03.991" v="87" actId="14100"/>
        <pc:sldMkLst>
          <pc:docMk/>
          <pc:sldMk cId="417702505" sldId="256"/>
        </pc:sldMkLst>
        <pc:picChg chg="add mod ord">
          <ac:chgData name="Vorakan Thangsurbkul" userId="bc5ff030e26a0ccb" providerId="LiveId" clId="{C37322AA-D760-4E81-B20A-983505DC1E84}" dt="2024-10-31T05:22:13.750" v="70" actId="167"/>
          <ac:picMkLst>
            <pc:docMk/>
            <pc:sldMk cId="417702505" sldId="256"/>
            <ac:picMk id="3" creationId="{89813CE3-84B2-6E35-3931-E363AAD06303}"/>
          </ac:picMkLst>
        </pc:picChg>
        <pc:picChg chg="del">
          <ac:chgData name="Vorakan Thangsurbkul" userId="bc5ff030e26a0ccb" providerId="LiveId" clId="{C37322AA-D760-4E81-B20A-983505DC1E84}" dt="2024-10-31T05:05:15.377" v="5" actId="478"/>
          <ac:picMkLst>
            <pc:docMk/>
            <pc:sldMk cId="417702505" sldId="256"/>
            <ac:picMk id="3" creationId="{BBB0FDF2-7C6C-B589-1434-BAFB3038502C}"/>
          </ac:picMkLst>
        </pc:picChg>
        <pc:picChg chg="add del mod">
          <ac:chgData name="Vorakan Thangsurbkul" userId="bc5ff030e26a0ccb" providerId="LiveId" clId="{C37322AA-D760-4E81-B20A-983505DC1E84}" dt="2024-10-31T05:21:50.362" v="62" actId="478"/>
          <ac:picMkLst>
            <pc:docMk/>
            <pc:sldMk cId="417702505" sldId="256"/>
            <ac:picMk id="4" creationId="{029341E0-0007-BB67-D070-8DABDC38FD28}"/>
          </ac:picMkLst>
        </pc:picChg>
        <pc:picChg chg="del">
          <ac:chgData name="Vorakan Thangsurbkul" userId="bc5ff030e26a0ccb" providerId="LiveId" clId="{C37322AA-D760-4E81-B20A-983505DC1E84}" dt="2024-10-31T05:05:12.037" v="2" actId="478"/>
          <ac:picMkLst>
            <pc:docMk/>
            <pc:sldMk cId="417702505" sldId="256"/>
            <ac:picMk id="5" creationId="{8DA94085-28CC-5A43-1C42-F26FA077415C}"/>
          </ac:picMkLst>
        </pc:picChg>
        <pc:picChg chg="add mod">
          <ac:chgData name="Vorakan Thangsurbkul" userId="bc5ff030e26a0ccb" providerId="LiveId" clId="{C37322AA-D760-4E81-B20A-983505DC1E84}" dt="2024-10-31T05:22:28.457" v="73" actId="14100"/>
          <ac:picMkLst>
            <pc:docMk/>
            <pc:sldMk cId="417702505" sldId="256"/>
            <ac:picMk id="7" creationId="{5B679E04-0FA8-582A-2133-332FB69BD27C}"/>
          </ac:picMkLst>
        </pc:picChg>
        <pc:picChg chg="del">
          <ac:chgData name="Vorakan Thangsurbkul" userId="bc5ff030e26a0ccb" providerId="LiveId" clId="{C37322AA-D760-4E81-B20A-983505DC1E84}" dt="2024-10-31T05:05:10.273" v="0" actId="478"/>
          <ac:picMkLst>
            <pc:docMk/>
            <pc:sldMk cId="417702505" sldId="256"/>
            <ac:picMk id="8" creationId="{3DA84316-61BF-96C2-F6E2-B9F747603897}"/>
          </ac:picMkLst>
        </pc:picChg>
        <pc:picChg chg="add mod">
          <ac:chgData name="Vorakan Thangsurbkul" userId="bc5ff030e26a0ccb" providerId="LiveId" clId="{C37322AA-D760-4E81-B20A-983505DC1E84}" dt="2024-10-31T05:23:53.552" v="86" actId="14100"/>
          <ac:picMkLst>
            <pc:docMk/>
            <pc:sldMk cId="417702505" sldId="256"/>
            <ac:picMk id="10" creationId="{1C5DB289-E583-BF12-3A0B-35A79BE46860}"/>
          </ac:picMkLst>
        </pc:picChg>
        <pc:picChg chg="del">
          <ac:chgData name="Vorakan Thangsurbkul" userId="bc5ff030e26a0ccb" providerId="LiveId" clId="{C37322AA-D760-4E81-B20A-983505DC1E84}" dt="2024-10-31T05:05:11.120" v="1" actId="478"/>
          <ac:picMkLst>
            <pc:docMk/>
            <pc:sldMk cId="417702505" sldId="256"/>
            <ac:picMk id="11" creationId="{E9B2FC6F-4E54-5918-D697-2B2EBF88B9E9}"/>
          </ac:picMkLst>
        </pc:picChg>
        <pc:picChg chg="add mod">
          <ac:chgData name="Vorakan Thangsurbkul" userId="bc5ff030e26a0ccb" providerId="LiveId" clId="{C37322AA-D760-4E81-B20A-983505DC1E84}" dt="2024-10-31T05:23:46.928" v="85" actId="1076"/>
          <ac:picMkLst>
            <pc:docMk/>
            <pc:sldMk cId="417702505" sldId="256"/>
            <ac:picMk id="13" creationId="{776D2C5A-89DD-F511-4418-5C894C3B74E1}"/>
          </ac:picMkLst>
        </pc:picChg>
        <pc:picChg chg="del">
          <ac:chgData name="Vorakan Thangsurbkul" userId="bc5ff030e26a0ccb" providerId="LiveId" clId="{C37322AA-D760-4E81-B20A-983505DC1E84}" dt="2024-10-31T05:05:12.694" v="3" actId="478"/>
          <ac:picMkLst>
            <pc:docMk/>
            <pc:sldMk cId="417702505" sldId="256"/>
            <ac:picMk id="14" creationId="{7D454D07-4001-6581-9974-57FB0E929129}"/>
          </ac:picMkLst>
        </pc:picChg>
        <pc:picChg chg="add mod">
          <ac:chgData name="Vorakan Thangsurbkul" userId="bc5ff030e26a0ccb" providerId="LiveId" clId="{C37322AA-D760-4E81-B20A-983505DC1E84}" dt="2024-10-31T05:23:29.912" v="83" actId="1076"/>
          <ac:picMkLst>
            <pc:docMk/>
            <pc:sldMk cId="417702505" sldId="256"/>
            <ac:picMk id="16" creationId="{7A3C572B-2F90-CDDD-6C2A-B95F46B31984}"/>
          </ac:picMkLst>
        </pc:picChg>
        <pc:picChg chg="del">
          <ac:chgData name="Vorakan Thangsurbkul" userId="bc5ff030e26a0ccb" providerId="LiveId" clId="{C37322AA-D760-4E81-B20A-983505DC1E84}" dt="2024-10-31T05:05:13.225" v="4" actId="478"/>
          <ac:picMkLst>
            <pc:docMk/>
            <pc:sldMk cId="417702505" sldId="256"/>
            <ac:picMk id="18" creationId="{358F93BE-7772-B553-AAE2-C9528F15B30F}"/>
          </ac:picMkLst>
        </pc:picChg>
        <pc:picChg chg="add mod">
          <ac:chgData name="Vorakan Thangsurbkul" userId="bc5ff030e26a0ccb" providerId="LiveId" clId="{C37322AA-D760-4E81-B20A-983505DC1E84}" dt="2024-10-31T05:24:03.991" v="87" actId="14100"/>
          <ac:picMkLst>
            <pc:docMk/>
            <pc:sldMk cId="417702505" sldId="256"/>
            <ac:picMk id="19" creationId="{72BEF43E-B345-17AE-7814-640868E7C0E9}"/>
          </ac:picMkLst>
        </pc:picChg>
      </pc:sldChg>
    </pc:docChg>
  </pc:docChgLst>
  <pc:docChgLst>
    <pc:chgData name="Vorakan Thangsurbkul" userId="bc5ff030e26a0ccb" providerId="LiveId" clId="{C8356655-0FC3-4235-94A5-BFEE7555E11B}"/>
    <pc:docChg chg="undo custSel modSld">
      <pc:chgData name="Vorakan Thangsurbkul" userId="bc5ff030e26a0ccb" providerId="LiveId" clId="{C8356655-0FC3-4235-94A5-BFEE7555E11B}" dt="2024-09-13T05:36:09.827" v="108" actId="1076"/>
      <pc:docMkLst>
        <pc:docMk/>
      </pc:docMkLst>
      <pc:sldChg chg="addSp delSp modSp mod modClrScheme chgLayout">
        <pc:chgData name="Vorakan Thangsurbkul" userId="bc5ff030e26a0ccb" providerId="LiveId" clId="{C8356655-0FC3-4235-94A5-BFEE7555E11B}" dt="2024-09-13T05:36:09.827" v="108" actId="1076"/>
        <pc:sldMkLst>
          <pc:docMk/>
          <pc:sldMk cId="417702505" sldId="256"/>
        </pc:sldMkLst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2" creationId="{3CF187AA-AB42-3791-E9BB-5C8663B34BC1}"/>
          </ac:spMkLst>
        </pc:spChg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3" creationId="{7F55C9E0-FFC7-2020-FA06-C95DE1557BD3}"/>
          </ac:spMkLst>
        </pc:sp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5" creationId="{F3E73081-69EE-826C-8A76-11BACBF9E0F1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7" creationId="{E73A2DEA-1FB6-09B8-9651-23E416976D95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9" creationId="{740E158B-05CC-E293-5F55-A5E72111DA1F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1" creationId="{6A6B3733-B9BE-5F48-E8F4-43A05098B92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3" creationId="{3D4AAF31-0C29-40DD-360C-C5A5090F21C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5" creationId="{607146AD-D176-F526-3E4D-1A60BD942A44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7" creationId="{4ECC3A8A-42B5-8FBA-ECF4-400151271679}"/>
          </ac:picMkLst>
        </pc:picChg>
        <pc:picChg chg="add del mod">
          <ac:chgData name="Vorakan Thangsurbkul" userId="bc5ff030e26a0ccb" providerId="LiveId" clId="{C8356655-0FC3-4235-94A5-BFEE7555E11B}" dt="2024-09-13T05:19:47.701" v="36" actId="21"/>
          <ac:picMkLst>
            <pc:docMk/>
            <pc:sldMk cId="417702505" sldId="256"/>
            <ac:picMk id="19" creationId="{75A84E52-06BB-82F2-5423-594EB16129EC}"/>
          </ac:picMkLst>
        </pc:picChg>
        <pc:picChg chg="add del mod">
          <ac:chgData name="Vorakan Thangsurbkul" userId="bc5ff030e26a0ccb" providerId="LiveId" clId="{C8356655-0FC3-4235-94A5-BFEE7555E11B}" dt="2024-09-13T05:19:44.880" v="35" actId="21"/>
          <ac:picMkLst>
            <pc:docMk/>
            <pc:sldMk cId="417702505" sldId="256"/>
            <ac:picMk id="21" creationId="{13DFB96F-E2BE-AA77-E7B7-F469C87EDC01}"/>
          </ac:picMkLst>
        </pc:picChg>
        <pc:picChg chg="add mod ord">
          <ac:chgData name="Vorakan Thangsurbkul" userId="bc5ff030e26a0ccb" providerId="LiveId" clId="{C8356655-0FC3-4235-94A5-BFEE7555E11B}" dt="2024-09-13T05:31:35.140" v="83" actId="1076"/>
          <ac:picMkLst>
            <pc:docMk/>
            <pc:sldMk cId="417702505" sldId="256"/>
            <ac:picMk id="23" creationId="{13FC782C-9871-650A-8EA1-FE7B68B40BA8}"/>
          </ac:picMkLst>
        </pc:picChg>
        <pc:picChg chg="add mod ord">
          <ac:chgData name="Vorakan Thangsurbkul" userId="bc5ff030e26a0ccb" providerId="LiveId" clId="{C8356655-0FC3-4235-94A5-BFEE7555E11B}" dt="2024-09-13T05:33:33.214" v="91" actId="1076"/>
          <ac:picMkLst>
            <pc:docMk/>
            <pc:sldMk cId="417702505" sldId="256"/>
            <ac:picMk id="25" creationId="{E934BDE4-723B-BF5E-8694-B29E821F0146}"/>
          </ac:picMkLst>
        </pc:picChg>
        <pc:picChg chg="add del mod ord">
          <ac:chgData name="Vorakan Thangsurbkul" userId="bc5ff030e26a0ccb" providerId="LiveId" clId="{C8356655-0FC3-4235-94A5-BFEE7555E11B}" dt="2024-09-13T05:32:04.601" v="84" actId="21"/>
          <ac:picMkLst>
            <pc:docMk/>
            <pc:sldMk cId="417702505" sldId="256"/>
            <ac:picMk id="27" creationId="{1FC812B2-32B4-AB4E-92A4-278299B0CE2F}"/>
          </ac:picMkLst>
        </pc:picChg>
        <pc:picChg chg="add mod ord">
          <ac:chgData name="Vorakan Thangsurbkul" userId="bc5ff030e26a0ccb" providerId="LiveId" clId="{C8356655-0FC3-4235-94A5-BFEE7555E11B}" dt="2024-09-13T05:33:22.888" v="90" actId="14100"/>
          <ac:picMkLst>
            <pc:docMk/>
            <pc:sldMk cId="417702505" sldId="256"/>
            <ac:picMk id="29" creationId="{AF21F8CE-BAC6-D75F-8FD0-E50B4A59C498}"/>
          </ac:picMkLst>
        </pc:picChg>
        <pc:picChg chg="add mod">
          <ac:chgData name="Vorakan Thangsurbkul" userId="bc5ff030e26a0ccb" providerId="LiveId" clId="{C8356655-0FC3-4235-94A5-BFEE7555E11B}" dt="2024-09-13T05:34:13.294" v="99" actId="1076"/>
          <ac:picMkLst>
            <pc:docMk/>
            <pc:sldMk cId="417702505" sldId="256"/>
            <ac:picMk id="31" creationId="{65A739AF-4BFB-5FE9-D670-E0E75163E929}"/>
          </ac:picMkLst>
        </pc:picChg>
        <pc:picChg chg="add mod">
          <ac:chgData name="Vorakan Thangsurbkul" userId="bc5ff030e26a0ccb" providerId="LiveId" clId="{C8356655-0FC3-4235-94A5-BFEE7555E11B}" dt="2024-09-13T05:36:09.827" v="108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C96E0B16-E3DD-4AA4-AC36-B8FA89883AC1}"/>
    <pc:docChg chg="custSel modSld">
      <pc:chgData name="Vorakan Thangsurbkul" userId="bc5ff030e26a0ccb" providerId="LiveId" clId="{C96E0B16-E3DD-4AA4-AC36-B8FA89883AC1}" dt="2024-09-25T04:25:27.778" v="49" actId="1076"/>
      <pc:docMkLst>
        <pc:docMk/>
      </pc:docMkLst>
      <pc:sldChg chg="addSp delSp modSp mod">
        <pc:chgData name="Vorakan Thangsurbkul" userId="bc5ff030e26a0ccb" providerId="LiveId" clId="{C96E0B16-E3DD-4AA4-AC36-B8FA89883AC1}" dt="2024-09-25T04:25:27.778" v="49" actId="1076"/>
        <pc:sldMkLst>
          <pc:docMk/>
          <pc:sldMk cId="417702505" sldId="256"/>
        </pc:sldMkLst>
        <pc:picChg chg="add mod">
          <ac:chgData name="Vorakan Thangsurbkul" userId="bc5ff030e26a0ccb" providerId="LiveId" clId="{C96E0B16-E3DD-4AA4-AC36-B8FA89883AC1}" dt="2024-09-15T11:41:23.492" v="10" actId="14100"/>
          <ac:picMkLst>
            <pc:docMk/>
            <pc:sldMk cId="417702505" sldId="256"/>
            <ac:picMk id="3" creationId="{F31283F5-27B6-FDBF-1625-39808D512A42}"/>
          </ac:picMkLst>
        </pc:picChg>
        <pc:picChg chg="add mod">
          <ac:chgData name="Vorakan Thangsurbkul" userId="bc5ff030e26a0ccb" providerId="LiveId" clId="{C96E0B16-E3DD-4AA4-AC36-B8FA89883AC1}" dt="2024-09-25T04:25:27.778" v="49" actId="1076"/>
          <ac:picMkLst>
            <pc:docMk/>
            <pc:sldMk cId="417702505" sldId="256"/>
            <ac:picMk id="4" creationId="{2B7FC9A9-4D3B-82B7-D54F-0DC30CEC285E}"/>
          </ac:picMkLst>
        </pc:picChg>
        <pc:picChg chg="add mod">
          <ac:chgData name="Vorakan Thangsurbkul" userId="bc5ff030e26a0ccb" providerId="LiveId" clId="{C96E0B16-E3DD-4AA4-AC36-B8FA89883AC1}" dt="2024-09-15T11:42:19.204" v="22" actId="14100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C96E0B16-E3DD-4AA4-AC36-B8FA89883AC1}" dt="2024-09-15T11:42:59.826" v="26" actId="1076"/>
          <ac:picMkLst>
            <pc:docMk/>
            <pc:sldMk cId="417702505" sldId="256"/>
            <ac:picMk id="7" creationId="{2912036E-C6A2-C5E8-113C-3BAF913968D9}"/>
          </ac:picMkLst>
        </pc:picChg>
        <pc:picChg chg="add mod">
          <ac:chgData name="Vorakan Thangsurbkul" userId="bc5ff030e26a0ccb" providerId="LiveId" clId="{C96E0B16-E3DD-4AA4-AC36-B8FA89883AC1}" dt="2024-09-15T11:45:11.106" v="36" actId="1076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C96E0B16-E3DD-4AA4-AC36-B8FA89883AC1}" dt="2024-09-15T11:45:38.051" v="41" actId="1076"/>
          <ac:picMkLst>
            <pc:docMk/>
            <pc:sldMk cId="417702505" sldId="256"/>
            <ac:picMk id="11" creationId="{E148B782-32AB-26B4-F0C9-A7ADF73FDDAF}"/>
          </ac:picMkLst>
        </pc:picChg>
        <pc:picChg chg="del">
          <ac:chgData name="Vorakan Thangsurbkul" userId="bc5ff030e26a0ccb" providerId="LiveId" clId="{C96E0B16-E3DD-4AA4-AC36-B8FA89883AC1}" dt="2024-09-15T11:40:25.748" v="3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C96E0B16-E3DD-4AA4-AC36-B8FA89883AC1}" dt="2024-09-15T11:40:22.100" v="0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C96E0B16-E3DD-4AA4-AC36-B8FA89883AC1}" dt="2024-09-15T11:40:26.759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C96E0B16-E3DD-4AA4-AC36-B8FA89883AC1}" dt="2024-09-15T11:40:25.117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C96E0B16-E3DD-4AA4-AC36-B8FA89883AC1}" dt="2024-09-15T11:40:24.211" v="1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06999F25-183F-4B16-A8AA-A5F67B64BD98}"/>
    <pc:docChg chg="custSel modSld">
      <pc:chgData name="Vorakan Thangsurbkul" userId="bc5ff030e26a0ccb" providerId="LiveId" clId="{06999F25-183F-4B16-A8AA-A5F67B64BD98}" dt="2024-10-31T04:59:10.223" v="53" actId="14100"/>
      <pc:docMkLst>
        <pc:docMk/>
      </pc:docMkLst>
      <pc:sldChg chg="addSp delSp modSp mod">
        <pc:chgData name="Vorakan Thangsurbkul" userId="bc5ff030e26a0ccb" providerId="LiveId" clId="{06999F25-183F-4B16-A8AA-A5F67B64BD98}" dt="2024-10-31T04:59:10.223" v="53" actId="14100"/>
        <pc:sldMkLst>
          <pc:docMk/>
          <pc:sldMk cId="417702505" sldId="256"/>
        </pc:sldMkLst>
        <pc:picChg chg="add mod ord">
          <ac:chgData name="Vorakan Thangsurbkul" userId="bc5ff030e26a0ccb" providerId="LiveId" clId="{06999F25-183F-4B16-A8AA-A5F67B64BD98}" dt="2024-10-31T04:55:25.276" v="6" actId="167"/>
          <ac:picMkLst>
            <pc:docMk/>
            <pc:sldMk cId="417702505" sldId="256"/>
            <ac:picMk id="3" creationId="{BBB0FDF2-7C6C-B589-1434-BAFB3038502C}"/>
          </ac:picMkLst>
        </pc:picChg>
        <pc:picChg chg="add mod">
          <ac:chgData name="Vorakan Thangsurbkul" userId="bc5ff030e26a0ccb" providerId="LiveId" clId="{06999F25-183F-4B16-A8AA-A5F67B64BD98}" dt="2024-10-31T04:58:35.471" v="46" actId="1076"/>
          <ac:picMkLst>
            <pc:docMk/>
            <pc:sldMk cId="417702505" sldId="256"/>
            <ac:picMk id="5" creationId="{8DA94085-28CC-5A43-1C42-F26FA077415C}"/>
          </ac:picMkLst>
        </pc:picChg>
        <pc:picChg chg="del">
          <ac:chgData name="Vorakan Thangsurbkul" userId="bc5ff030e26a0ccb" providerId="LiveId" clId="{06999F25-183F-4B16-A8AA-A5F67B64BD98}" dt="2024-10-31T04:54:55.286" v="0" actId="478"/>
          <ac:picMkLst>
            <pc:docMk/>
            <pc:sldMk cId="417702505" sldId="256"/>
            <ac:picMk id="6" creationId="{0B35C911-11BF-C1D7-FB77-B4DBC7BEDDE8}"/>
          </ac:picMkLst>
        </pc:picChg>
        <pc:picChg chg="add mod">
          <ac:chgData name="Vorakan Thangsurbkul" userId="bc5ff030e26a0ccb" providerId="LiveId" clId="{06999F25-183F-4B16-A8AA-A5F67B64BD98}" dt="2024-10-31T04:57:44.143" v="36" actId="1076"/>
          <ac:picMkLst>
            <pc:docMk/>
            <pc:sldMk cId="417702505" sldId="256"/>
            <ac:picMk id="8" creationId="{3DA84316-61BF-96C2-F6E2-B9F747603897}"/>
          </ac:picMkLst>
        </pc:picChg>
        <pc:picChg chg="del">
          <ac:chgData name="Vorakan Thangsurbkul" userId="bc5ff030e26a0ccb" providerId="LiveId" clId="{06999F25-183F-4B16-A8AA-A5F67B64BD98}" dt="2024-10-31T04:55:29.879" v="7" actId="478"/>
          <ac:picMkLst>
            <pc:docMk/>
            <pc:sldMk cId="417702505" sldId="256"/>
            <ac:picMk id="10" creationId="{14BA2B74-FB2B-3E65-54FC-E67CF5852FF2}"/>
          </ac:picMkLst>
        </pc:picChg>
        <pc:picChg chg="add mod">
          <ac:chgData name="Vorakan Thangsurbkul" userId="bc5ff030e26a0ccb" providerId="LiveId" clId="{06999F25-183F-4B16-A8AA-A5F67B64BD98}" dt="2024-10-31T04:57:49.591" v="37" actId="1076"/>
          <ac:picMkLst>
            <pc:docMk/>
            <pc:sldMk cId="417702505" sldId="256"/>
            <ac:picMk id="11" creationId="{E9B2FC6F-4E54-5918-D697-2B2EBF88B9E9}"/>
          </ac:picMkLst>
        </pc:picChg>
        <pc:picChg chg="del">
          <ac:chgData name="Vorakan Thangsurbkul" userId="bc5ff030e26a0ccb" providerId="LiveId" clId="{06999F25-183F-4B16-A8AA-A5F67B64BD98}" dt="2024-10-31T04:55:30.783" v="8" actId="478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06999F25-183F-4B16-A8AA-A5F67B64BD98}" dt="2024-10-31T04:59:10.223" v="53" actId="14100"/>
          <ac:picMkLst>
            <pc:docMk/>
            <pc:sldMk cId="417702505" sldId="256"/>
            <ac:picMk id="14" creationId="{7D454D07-4001-6581-9974-57FB0E929129}"/>
          </ac:picMkLst>
        </pc:picChg>
        <pc:picChg chg="del">
          <ac:chgData name="Vorakan Thangsurbkul" userId="bc5ff030e26a0ccb" providerId="LiveId" clId="{06999F25-183F-4B16-A8AA-A5F67B64BD98}" dt="2024-10-31T04:55:31.447" v="9" actId="478"/>
          <ac:picMkLst>
            <pc:docMk/>
            <pc:sldMk cId="417702505" sldId="256"/>
            <ac:picMk id="15" creationId="{43231C55-C271-6026-D44F-4B5F32DB37C9}"/>
          </ac:picMkLst>
        </pc:picChg>
        <pc:picChg chg="del">
          <ac:chgData name="Vorakan Thangsurbkul" userId="bc5ff030e26a0ccb" providerId="LiveId" clId="{06999F25-183F-4B16-A8AA-A5F67B64BD98}" dt="2024-10-31T04:55:32.131" v="10" actId="478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06999F25-183F-4B16-A8AA-A5F67B64BD98}" dt="2024-10-31T04:58:54.464" v="51" actId="14100"/>
          <ac:picMkLst>
            <pc:docMk/>
            <pc:sldMk cId="417702505" sldId="256"/>
            <ac:picMk id="18" creationId="{358F93BE-7772-B553-AAE2-C9528F15B30F}"/>
          </ac:picMkLst>
        </pc:picChg>
        <pc:picChg chg="del mod">
          <ac:chgData name="Vorakan Thangsurbkul" userId="bc5ff030e26a0ccb" providerId="LiveId" clId="{06999F25-183F-4B16-A8AA-A5F67B64BD98}" dt="2024-10-31T04:55:32.916" v="12" actId="478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6A611844-C58C-4C3B-B279-2995BB3104AC}"/>
    <pc:docChg chg="custSel modSld">
      <pc:chgData name="Vorakan Thangsurbkul" userId="bc5ff030e26a0ccb" providerId="LiveId" clId="{6A611844-C58C-4C3B-B279-2995BB3104AC}" dt="2024-09-25T05:03:02.509" v="53" actId="1076"/>
      <pc:docMkLst>
        <pc:docMk/>
      </pc:docMkLst>
      <pc:sldChg chg="addSp delSp modSp mod">
        <pc:chgData name="Vorakan Thangsurbkul" userId="bc5ff030e26a0ccb" providerId="LiveId" clId="{6A611844-C58C-4C3B-B279-2995BB3104AC}" dt="2024-09-25T05:03:02.509" v="53" actId="1076"/>
        <pc:sldMkLst>
          <pc:docMk/>
          <pc:sldMk cId="417702505" sldId="256"/>
        </pc:sldMkLst>
        <pc:picChg chg="del">
          <ac:chgData name="Vorakan Thangsurbkul" userId="bc5ff030e26a0ccb" providerId="LiveId" clId="{6A611844-C58C-4C3B-B279-2995BB3104AC}" dt="2024-09-25T04:58:18.507" v="5" actId="478"/>
          <ac:picMkLst>
            <pc:docMk/>
            <pc:sldMk cId="417702505" sldId="256"/>
            <ac:picMk id="3" creationId="{F31283F5-27B6-FDBF-1625-39808D512A42}"/>
          </ac:picMkLst>
        </pc:picChg>
        <pc:picChg chg="del">
          <ac:chgData name="Vorakan Thangsurbkul" userId="bc5ff030e26a0ccb" providerId="LiveId" clId="{6A611844-C58C-4C3B-B279-2995BB3104AC}" dt="2024-09-25T04:58:17.273" v="3" actId="478"/>
          <ac:picMkLst>
            <pc:docMk/>
            <pc:sldMk cId="417702505" sldId="256"/>
            <ac:picMk id="4" creationId="{2B7FC9A9-4D3B-82B7-D54F-0DC30CEC285E}"/>
          </ac:picMkLst>
        </pc:picChg>
        <pc:picChg chg="del">
          <ac:chgData name="Vorakan Thangsurbkul" userId="bc5ff030e26a0ccb" providerId="LiveId" clId="{6A611844-C58C-4C3B-B279-2995BB3104AC}" dt="2024-09-25T04:58:16.605" v="2" actId="478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6A611844-C58C-4C3B-B279-2995BB3104AC}" dt="2024-09-25T05:02:28.881" v="46" actId="1076"/>
          <ac:picMkLst>
            <pc:docMk/>
            <pc:sldMk cId="417702505" sldId="256"/>
            <ac:picMk id="6" creationId="{0B35C911-11BF-C1D7-FB77-B4DBC7BEDDE8}"/>
          </ac:picMkLst>
        </pc:picChg>
        <pc:picChg chg="del">
          <ac:chgData name="Vorakan Thangsurbkul" userId="bc5ff030e26a0ccb" providerId="LiveId" clId="{6A611844-C58C-4C3B-B279-2995BB3104AC}" dt="2024-09-25T04:58:15.325" v="0" actId="478"/>
          <ac:picMkLst>
            <pc:docMk/>
            <pc:sldMk cId="417702505" sldId="256"/>
            <ac:picMk id="7" creationId="{2912036E-C6A2-C5E8-113C-3BAF913968D9}"/>
          </ac:picMkLst>
        </pc:picChg>
        <pc:picChg chg="del">
          <ac:chgData name="Vorakan Thangsurbkul" userId="bc5ff030e26a0ccb" providerId="LiveId" clId="{6A611844-C58C-4C3B-B279-2995BB3104AC}" dt="2024-09-25T04:58:15.973" v="1" actId="478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6A611844-C58C-4C3B-B279-2995BB3104AC}" dt="2024-09-25T05:02:02.285" v="41" actId="1076"/>
          <ac:picMkLst>
            <pc:docMk/>
            <pc:sldMk cId="417702505" sldId="256"/>
            <ac:picMk id="10" creationId="{14BA2B74-FB2B-3E65-54FC-E67CF5852FF2}"/>
          </ac:picMkLst>
        </pc:picChg>
        <pc:picChg chg="del">
          <ac:chgData name="Vorakan Thangsurbkul" userId="bc5ff030e26a0ccb" providerId="LiveId" clId="{6A611844-C58C-4C3B-B279-2995BB3104AC}" dt="2024-09-25T04:58:17.795" v="4" actId="478"/>
          <ac:picMkLst>
            <pc:docMk/>
            <pc:sldMk cId="417702505" sldId="256"/>
            <ac:picMk id="11" creationId="{E148B782-32AB-26B4-F0C9-A7ADF73FDDAF}"/>
          </ac:picMkLst>
        </pc:picChg>
        <pc:picChg chg="add mod">
          <ac:chgData name="Vorakan Thangsurbkul" userId="bc5ff030e26a0ccb" providerId="LiveId" clId="{6A611844-C58C-4C3B-B279-2995BB3104AC}" dt="2024-09-25T04:59:41.158" v="23" actId="1076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6A611844-C58C-4C3B-B279-2995BB3104AC}" dt="2024-09-25T05:02:16.142" v="43" actId="1076"/>
          <ac:picMkLst>
            <pc:docMk/>
            <pc:sldMk cId="417702505" sldId="256"/>
            <ac:picMk id="15" creationId="{43231C55-C271-6026-D44F-4B5F32DB37C9}"/>
          </ac:picMkLst>
        </pc:picChg>
        <pc:picChg chg="add mod">
          <ac:chgData name="Vorakan Thangsurbkul" userId="bc5ff030e26a0ccb" providerId="LiveId" clId="{6A611844-C58C-4C3B-B279-2995BB3104AC}" dt="2024-09-25T05:02:55.813" v="52" actId="1076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6A611844-C58C-4C3B-B279-2995BB3104AC}" dt="2024-09-25T05:03:02.509" v="53" actId="1076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C25C2E04-A14B-428E-B274-328AF7FB2A35}"/>
    <pc:docChg chg="modSld">
      <pc:chgData name="Vorakan Thangsurbkul" userId="bc5ff030e26a0ccb" providerId="LiveId" clId="{C25C2E04-A14B-428E-B274-328AF7FB2A35}" dt="2024-09-13T06:01:14.821" v="25" actId="1076"/>
      <pc:docMkLst>
        <pc:docMk/>
      </pc:docMkLst>
      <pc:sldChg chg="modSp mod">
        <pc:chgData name="Vorakan Thangsurbkul" userId="bc5ff030e26a0ccb" providerId="LiveId" clId="{C25C2E04-A14B-428E-B274-328AF7FB2A35}" dt="2024-09-13T06:01:14.821" v="25" actId="1076"/>
        <pc:sldMkLst>
          <pc:docMk/>
          <pc:sldMk cId="417702505" sldId="256"/>
        </pc:sldMkLst>
        <pc:picChg chg="mod">
          <ac:chgData name="Vorakan Thangsurbkul" userId="bc5ff030e26a0ccb" providerId="LiveId" clId="{C25C2E04-A14B-428E-B274-328AF7FB2A35}" dt="2024-09-13T06:00:29.439" v="18" actId="1076"/>
          <ac:picMkLst>
            <pc:docMk/>
            <pc:sldMk cId="417702505" sldId="256"/>
            <ac:picMk id="23" creationId="{13FC782C-9871-650A-8EA1-FE7B68B40BA8}"/>
          </ac:picMkLst>
        </pc:picChg>
        <pc:picChg chg="mod">
          <ac:chgData name="Vorakan Thangsurbkul" userId="bc5ff030e26a0ccb" providerId="LiveId" clId="{C25C2E04-A14B-428E-B274-328AF7FB2A35}" dt="2024-09-13T06:00:43.561" v="20" actId="14100"/>
          <ac:picMkLst>
            <pc:docMk/>
            <pc:sldMk cId="417702505" sldId="256"/>
            <ac:picMk id="25" creationId="{E934BDE4-723B-BF5E-8694-B29E821F0146}"/>
          </ac:picMkLst>
        </pc:picChg>
        <pc:picChg chg="mod">
          <ac:chgData name="Vorakan Thangsurbkul" userId="bc5ff030e26a0ccb" providerId="LiveId" clId="{C25C2E04-A14B-428E-B274-328AF7FB2A35}" dt="2024-09-13T06:00:56.545" v="22" actId="1076"/>
          <ac:picMkLst>
            <pc:docMk/>
            <pc:sldMk cId="417702505" sldId="256"/>
            <ac:picMk id="31" creationId="{65A739AF-4BFB-5FE9-D670-E0E75163E929}"/>
          </ac:picMkLst>
        </pc:picChg>
        <pc:picChg chg="mod">
          <ac:chgData name="Vorakan Thangsurbkul" userId="bc5ff030e26a0ccb" providerId="LiveId" clId="{C25C2E04-A14B-428E-B274-328AF7FB2A35}" dt="2024-09-13T06:01:14.821" v="25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graph">
            <a:extLst>
              <a:ext uri="{FF2B5EF4-FFF2-40B4-BE49-F238E27FC236}">
                <a16:creationId xmlns:a16="http://schemas.microsoft.com/office/drawing/2014/main" id="{89813CE3-84B2-6E35-3931-E363AAD06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aph of a bear and bull break&#10;&#10;Description automatically generated">
            <a:extLst>
              <a:ext uri="{FF2B5EF4-FFF2-40B4-BE49-F238E27FC236}">
                <a16:creationId xmlns:a16="http://schemas.microsoft.com/office/drawing/2014/main" id="{5B679E04-0FA8-582A-2133-332FB69BD2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9" y="237568"/>
            <a:ext cx="3243784" cy="1824629"/>
          </a:xfrm>
          <a:prstGeom prst="rect">
            <a:avLst/>
          </a:prstGeom>
        </p:spPr>
      </p:pic>
      <p:pic>
        <p:nvPicPr>
          <p:cNvPr id="10" name="Picture 9" descr="A graph of a bear trend&#10;&#10;Description automatically generated with medium confidence">
            <a:extLst>
              <a:ext uri="{FF2B5EF4-FFF2-40B4-BE49-F238E27FC236}">
                <a16:creationId xmlns:a16="http://schemas.microsoft.com/office/drawing/2014/main" id="{1C5DB289-E583-BF12-3A0B-35A79BE468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808" y="4747994"/>
            <a:ext cx="3328781" cy="1872438"/>
          </a:xfrm>
          <a:prstGeom prst="rect">
            <a:avLst/>
          </a:prstGeom>
        </p:spPr>
      </p:pic>
      <p:pic>
        <p:nvPicPr>
          <p:cNvPr id="13" name="Picture 12" descr="A graph of a bear trap&#10;&#10;Description automatically generated">
            <a:extLst>
              <a:ext uri="{FF2B5EF4-FFF2-40B4-BE49-F238E27FC236}">
                <a16:creationId xmlns:a16="http://schemas.microsoft.com/office/drawing/2014/main" id="{776D2C5A-89DD-F511-4418-5C894C3B74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150" y="1021400"/>
            <a:ext cx="3328780" cy="1872439"/>
          </a:xfrm>
          <a:prstGeom prst="rect">
            <a:avLst/>
          </a:prstGeom>
        </p:spPr>
      </p:pic>
      <p:pic>
        <p:nvPicPr>
          <p:cNvPr id="16" name="Picture 15" descr="A graph of a stock market&#10;&#10;Description automatically generated with medium confidence">
            <a:extLst>
              <a:ext uri="{FF2B5EF4-FFF2-40B4-BE49-F238E27FC236}">
                <a16:creationId xmlns:a16="http://schemas.microsoft.com/office/drawing/2014/main" id="{7A3C572B-2F90-CDDD-6C2A-B95F46B319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453" y="4900380"/>
            <a:ext cx="3177518" cy="1783382"/>
          </a:xfrm>
          <a:prstGeom prst="rect">
            <a:avLst/>
          </a:prstGeom>
        </p:spPr>
      </p:pic>
      <p:pic>
        <p:nvPicPr>
          <p:cNvPr id="19" name="Picture 18" descr="A graph of a bull channel&#10;&#10;Description automatically generated with medium confidence">
            <a:extLst>
              <a:ext uri="{FF2B5EF4-FFF2-40B4-BE49-F238E27FC236}">
                <a16:creationId xmlns:a16="http://schemas.microsoft.com/office/drawing/2014/main" id="{72BEF43E-B345-17AE-7814-640868E7C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300" y="554620"/>
            <a:ext cx="3336193" cy="18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1</cp:revision>
  <dcterms:created xsi:type="dcterms:W3CDTF">2024-09-13T05:12:49Z</dcterms:created>
  <dcterms:modified xsi:type="dcterms:W3CDTF">2024-10-31T05:24:07Z</dcterms:modified>
</cp:coreProperties>
</file>