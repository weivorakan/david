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356655-0FC3-4235-94A5-BFEE7555E11B}" v="10" dt="2024-09-13T05:35:29.9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4" autoAdjust="0"/>
  </p:normalViewPr>
  <p:slideViewPr>
    <p:cSldViewPr snapToGrid="0">
      <p:cViewPr varScale="1">
        <p:scale>
          <a:sx n="150" d="100"/>
          <a:sy n="150" d="100"/>
        </p:scale>
        <p:origin x="702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rakan Thangsurbkul" userId="bc5ff030e26a0ccb" providerId="LiveId" clId="{C8356655-0FC3-4235-94A5-BFEE7555E11B}"/>
    <pc:docChg chg="undo custSel modSld">
      <pc:chgData name="Vorakan Thangsurbkul" userId="bc5ff030e26a0ccb" providerId="LiveId" clId="{C8356655-0FC3-4235-94A5-BFEE7555E11B}" dt="2024-09-13T05:36:09.827" v="108" actId="1076"/>
      <pc:docMkLst>
        <pc:docMk/>
      </pc:docMkLst>
      <pc:sldChg chg="addSp delSp modSp mod modClrScheme chgLayout">
        <pc:chgData name="Vorakan Thangsurbkul" userId="bc5ff030e26a0ccb" providerId="LiveId" clId="{C8356655-0FC3-4235-94A5-BFEE7555E11B}" dt="2024-09-13T05:36:09.827" v="108" actId="1076"/>
        <pc:sldMkLst>
          <pc:docMk/>
          <pc:sldMk cId="417702505" sldId="256"/>
        </pc:sldMkLst>
        <pc:spChg chg="del">
          <ac:chgData name="Vorakan Thangsurbkul" userId="bc5ff030e26a0ccb" providerId="LiveId" clId="{C8356655-0FC3-4235-94A5-BFEE7555E11B}" dt="2024-09-13T05:13:52.391" v="0" actId="700"/>
          <ac:spMkLst>
            <pc:docMk/>
            <pc:sldMk cId="417702505" sldId="256"/>
            <ac:spMk id="2" creationId="{3CF187AA-AB42-3791-E9BB-5C8663B34BC1}"/>
          </ac:spMkLst>
        </pc:spChg>
        <pc:spChg chg="del">
          <ac:chgData name="Vorakan Thangsurbkul" userId="bc5ff030e26a0ccb" providerId="LiveId" clId="{C8356655-0FC3-4235-94A5-BFEE7555E11B}" dt="2024-09-13T05:13:52.391" v="0" actId="700"/>
          <ac:spMkLst>
            <pc:docMk/>
            <pc:sldMk cId="417702505" sldId="256"/>
            <ac:spMk id="3" creationId="{7F55C9E0-FFC7-2020-FA06-C95DE1557BD3}"/>
          </ac:spMkLst>
        </pc:sp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5" creationId="{F3E73081-69EE-826C-8A76-11BACBF9E0F1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7" creationId="{E73A2DEA-1FB6-09B8-9651-23E416976D95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9" creationId="{740E158B-05CC-E293-5F55-A5E72111DA1F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1" creationId="{6A6B3733-B9BE-5F48-E8F4-43A05098B922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3" creationId="{3D4AAF31-0C29-40DD-360C-C5A5090F21C2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5" creationId="{607146AD-D176-F526-3E4D-1A60BD942A44}"/>
          </ac:picMkLst>
        </pc:picChg>
        <pc:picChg chg="add mod">
          <ac:chgData name="Vorakan Thangsurbkul" userId="bc5ff030e26a0ccb" providerId="LiveId" clId="{C8356655-0FC3-4235-94A5-BFEE7555E11B}" dt="2024-09-13T05:17:15.375" v="21" actId="931"/>
          <ac:picMkLst>
            <pc:docMk/>
            <pc:sldMk cId="417702505" sldId="256"/>
            <ac:picMk id="17" creationId="{4ECC3A8A-42B5-8FBA-ECF4-400151271679}"/>
          </ac:picMkLst>
        </pc:picChg>
        <pc:picChg chg="add del mod">
          <ac:chgData name="Vorakan Thangsurbkul" userId="bc5ff030e26a0ccb" providerId="LiveId" clId="{C8356655-0FC3-4235-94A5-BFEE7555E11B}" dt="2024-09-13T05:19:47.701" v="36" actId="21"/>
          <ac:picMkLst>
            <pc:docMk/>
            <pc:sldMk cId="417702505" sldId="256"/>
            <ac:picMk id="19" creationId="{75A84E52-06BB-82F2-5423-594EB16129EC}"/>
          </ac:picMkLst>
        </pc:picChg>
        <pc:picChg chg="add del mod">
          <ac:chgData name="Vorakan Thangsurbkul" userId="bc5ff030e26a0ccb" providerId="LiveId" clId="{C8356655-0FC3-4235-94A5-BFEE7555E11B}" dt="2024-09-13T05:19:44.880" v="35" actId="21"/>
          <ac:picMkLst>
            <pc:docMk/>
            <pc:sldMk cId="417702505" sldId="256"/>
            <ac:picMk id="21" creationId="{13DFB96F-E2BE-AA77-E7B7-F469C87EDC01}"/>
          </ac:picMkLst>
        </pc:picChg>
        <pc:picChg chg="add mod ord">
          <ac:chgData name="Vorakan Thangsurbkul" userId="bc5ff030e26a0ccb" providerId="LiveId" clId="{C8356655-0FC3-4235-94A5-BFEE7555E11B}" dt="2024-09-13T05:31:35.140" v="83" actId="1076"/>
          <ac:picMkLst>
            <pc:docMk/>
            <pc:sldMk cId="417702505" sldId="256"/>
            <ac:picMk id="23" creationId="{13FC782C-9871-650A-8EA1-FE7B68B40BA8}"/>
          </ac:picMkLst>
        </pc:picChg>
        <pc:picChg chg="add mod ord">
          <ac:chgData name="Vorakan Thangsurbkul" userId="bc5ff030e26a0ccb" providerId="LiveId" clId="{C8356655-0FC3-4235-94A5-BFEE7555E11B}" dt="2024-09-13T05:33:33.214" v="91" actId="1076"/>
          <ac:picMkLst>
            <pc:docMk/>
            <pc:sldMk cId="417702505" sldId="256"/>
            <ac:picMk id="25" creationId="{E934BDE4-723B-BF5E-8694-B29E821F0146}"/>
          </ac:picMkLst>
        </pc:picChg>
        <pc:picChg chg="add del mod ord">
          <ac:chgData name="Vorakan Thangsurbkul" userId="bc5ff030e26a0ccb" providerId="LiveId" clId="{C8356655-0FC3-4235-94A5-BFEE7555E11B}" dt="2024-09-13T05:32:04.601" v="84" actId="21"/>
          <ac:picMkLst>
            <pc:docMk/>
            <pc:sldMk cId="417702505" sldId="256"/>
            <ac:picMk id="27" creationId="{1FC812B2-32B4-AB4E-92A4-278299B0CE2F}"/>
          </ac:picMkLst>
        </pc:picChg>
        <pc:picChg chg="add mod ord">
          <ac:chgData name="Vorakan Thangsurbkul" userId="bc5ff030e26a0ccb" providerId="LiveId" clId="{C8356655-0FC3-4235-94A5-BFEE7555E11B}" dt="2024-09-13T05:33:22.888" v="90" actId="14100"/>
          <ac:picMkLst>
            <pc:docMk/>
            <pc:sldMk cId="417702505" sldId="256"/>
            <ac:picMk id="29" creationId="{AF21F8CE-BAC6-D75F-8FD0-E50B4A59C498}"/>
          </ac:picMkLst>
        </pc:picChg>
        <pc:picChg chg="add mod">
          <ac:chgData name="Vorakan Thangsurbkul" userId="bc5ff030e26a0ccb" providerId="LiveId" clId="{C8356655-0FC3-4235-94A5-BFEE7555E11B}" dt="2024-09-13T05:34:13.294" v="99" actId="1076"/>
          <ac:picMkLst>
            <pc:docMk/>
            <pc:sldMk cId="417702505" sldId="256"/>
            <ac:picMk id="31" creationId="{65A739AF-4BFB-5FE9-D670-E0E75163E929}"/>
          </ac:picMkLst>
        </pc:picChg>
        <pc:picChg chg="add mod">
          <ac:chgData name="Vorakan Thangsurbkul" userId="bc5ff030e26a0ccb" providerId="LiveId" clId="{C8356655-0FC3-4235-94A5-BFEE7555E11B}" dt="2024-09-13T05:36:09.827" v="108" actId="1076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  <pc:docChgLst>
    <pc:chgData name="Vorakan Thangsurbkul" userId="bc5ff030e26a0ccb" providerId="LiveId" clId="{C25C2E04-A14B-428E-B274-328AF7FB2A35}"/>
    <pc:docChg chg="modSld">
      <pc:chgData name="Vorakan Thangsurbkul" userId="bc5ff030e26a0ccb" providerId="LiveId" clId="{C25C2E04-A14B-428E-B274-328AF7FB2A35}" dt="2024-09-13T06:01:14.821" v="25" actId="1076"/>
      <pc:docMkLst>
        <pc:docMk/>
      </pc:docMkLst>
      <pc:sldChg chg="modSp mod">
        <pc:chgData name="Vorakan Thangsurbkul" userId="bc5ff030e26a0ccb" providerId="LiveId" clId="{C25C2E04-A14B-428E-B274-328AF7FB2A35}" dt="2024-09-13T06:01:14.821" v="25" actId="1076"/>
        <pc:sldMkLst>
          <pc:docMk/>
          <pc:sldMk cId="417702505" sldId="256"/>
        </pc:sldMkLst>
        <pc:picChg chg="mod">
          <ac:chgData name="Vorakan Thangsurbkul" userId="bc5ff030e26a0ccb" providerId="LiveId" clId="{C25C2E04-A14B-428E-B274-328AF7FB2A35}" dt="2024-09-13T06:00:29.439" v="18" actId="1076"/>
          <ac:picMkLst>
            <pc:docMk/>
            <pc:sldMk cId="417702505" sldId="256"/>
            <ac:picMk id="23" creationId="{13FC782C-9871-650A-8EA1-FE7B68B40BA8}"/>
          </ac:picMkLst>
        </pc:picChg>
        <pc:picChg chg="mod">
          <ac:chgData name="Vorakan Thangsurbkul" userId="bc5ff030e26a0ccb" providerId="LiveId" clId="{C25C2E04-A14B-428E-B274-328AF7FB2A35}" dt="2024-09-13T06:00:43.561" v="20" actId="14100"/>
          <ac:picMkLst>
            <pc:docMk/>
            <pc:sldMk cId="417702505" sldId="256"/>
            <ac:picMk id="25" creationId="{E934BDE4-723B-BF5E-8694-B29E821F0146}"/>
          </ac:picMkLst>
        </pc:picChg>
        <pc:picChg chg="mod">
          <ac:chgData name="Vorakan Thangsurbkul" userId="bc5ff030e26a0ccb" providerId="LiveId" clId="{C25C2E04-A14B-428E-B274-328AF7FB2A35}" dt="2024-09-13T06:00:56.545" v="22" actId="1076"/>
          <ac:picMkLst>
            <pc:docMk/>
            <pc:sldMk cId="417702505" sldId="256"/>
            <ac:picMk id="31" creationId="{65A739AF-4BFB-5FE9-D670-E0E75163E929}"/>
          </ac:picMkLst>
        </pc:picChg>
        <pc:picChg chg="mod">
          <ac:chgData name="Vorakan Thangsurbkul" userId="bc5ff030e26a0ccb" providerId="LiveId" clId="{C25C2E04-A14B-428E-B274-328AF7FB2A35}" dt="2024-09-13T06:01:14.821" v="25" actId="1076"/>
          <ac:picMkLst>
            <pc:docMk/>
            <pc:sldMk cId="417702505" sldId="256"/>
            <ac:picMk id="33" creationId="{6103FE3C-10BF-ECC7-62FB-67FA5709A7D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F4D23D-5107-4F5F-890E-EE4FB46FE174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AC552-6077-4B3C-921D-FF64A99B812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19805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AC552-6077-4B3C-921D-FF64A99B812C}" type="slidenum">
              <a:rPr lang="th-TH" smtClean="0"/>
              <a:t>1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65865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43FB4-E838-2968-63AC-858056AC3B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A44D21-AA96-792B-BB2F-2DA8E0B4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641AC-056F-12AE-D0A7-8847D1E08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D8674-1E62-BEF4-6A53-5C8DA780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FE08F-70EA-1C72-0925-24A0F21A7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20423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850E1-AD1F-AA73-8CD9-60B11F2B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6C505-1CD4-CF68-E8BA-51BBE7E59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F1CB7-6E82-116D-022F-5C78AB3F8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BC380-22AD-3CF7-02F0-AA761E7AD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835B9-AD7A-2D8F-A4FC-0871205C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7480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1844B-BBEA-C9CA-50ED-9C2BCC15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8C28DD-52F5-B46C-E299-03B77B4B1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CCE20-0A9A-703F-A65F-2B8269022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BB7BA-9C8A-528F-D306-164BC315E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B13BE-1D7E-4093-AEDF-BC30FBE4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829965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62DC-13FF-4504-A66C-6D7DA56A8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955D4-7167-9A7F-DD99-A73DBA64B3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9977C-50E4-AD56-18C0-F92FB54A7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65C56-FD71-97A7-AE54-36CB1EE6C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27DF5A-3DE0-A3E7-4435-16135C058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2BAA4-1F70-E7A4-6363-DCCF8D6B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51483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FFF46-1F73-4430-5F28-83E7BD21B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8571-7758-7803-D5F3-D97031EDB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5791FD-56C9-9AF8-5972-7CAD79E48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0AADA-D648-3EE8-0857-6781EF9CF1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94F15-D805-8F4A-5CB5-92B896EBD0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C7E28-A74E-F17A-3830-6324B0739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DF527A-A9EB-C992-D62D-E10008F75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7E5D9F-0C24-28F3-45F8-AF883933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7891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1622-1B71-65BE-6BBF-96B0AB192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D9AE5C-01F5-DB55-BBFC-1B8E72262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32ED07-461D-1508-C856-4E32F019B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E7BB51-9AD8-8668-D2FB-32F12E2C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9926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EFE6AC-0109-33E7-B610-514FEA83D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15595-A9B0-ADD5-CD7E-70DB77EAB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22512-8147-05C0-B175-B346E39F5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8886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4BA5-643E-13E0-597D-CEA045D2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46098-22BE-1EAD-2294-45C28D405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32068D-BC6C-D1B7-7EF3-5BEDDC06F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BD56C-8CB6-B8BB-2F09-BE00C3E5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C8345-20D6-21CD-34CC-C4BAA453D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EA62E1-5421-4BD7-315E-36835F09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03955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4E813-6E6F-EA82-796C-C9DC191E8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75321D-DF35-2D57-F170-22E916B9D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337E7-EBB2-1E0A-7581-7DF8AE553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65E858-B77D-87D6-2515-89F2321E9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659E2-5C89-7226-9CB8-9A68DDBB2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A3B19-C6EC-4FA7-328C-4D9BE329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965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E5834-8CAF-0F44-1D04-D10C5B00F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9FB1E-5061-5290-F3AF-39C9F1D80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69856-2C65-875C-412D-EB3BB05B1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20E2F-9EDC-E59C-E1C4-EAAEF2A4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2CDC9-0AF3-4134-84E7-154AC106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03844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D198CF-CC58-D12C-FBE2-8E6DC7AE9F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424E6-694D-2C94-6D41-C2CF0390C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B0BA7-9BF3-DC90-3284-890770789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B8A9B-EC8E-1D59-5579-7F66F52F2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BF814-6698-ABDA-67C7-09EC1D8E1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46169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3149E1-8FD7-568C-6E34-105375B8C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73466-6B32-0FB9-50C7-847DBB345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CD85C-8088-2843-7473-33653C914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E1B90-19C8-45EA-9CD0-39BF694067C6}" type="datetimeFigureOut">
              <a:rPr lang="th-TH" smtClean="0"/>
              <a:t>13/09/67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86A10-3C07-CA84-9D59-1C283EE97B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E778F-E11D-F56E-F623-6CD826E27B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5F23F-8360-47B1-81C6-7057C97C10D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49538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graph of a stock market&#10;&#10;Description automatically generated">
            <a:extLst>
              <a:ext uri="{FF2B5EF4-FFF2-40B4-BE49-F238E27FC236}">
                <a16:creationId xmlns:a16="http://schemas.microsoft.com/office/drawing/2014/main" id="{AF21F8CE-BAC6-D75F-8FD0-E50B4A59C4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23" name="Picture 22" descr="A graph of a bearish trend&#10;&#10;Description automatically generated">
            <a:extLst>
              <a:ext uri="{FF2B5EF4-FFF2-40B4-BE49-F238E27FC236}">
                <a16:creationId xmlns:a16="http://schemas.microsoft.com/office/drawing/2014/main" id="{13FC782C-9871-650A-8EA1-FE7B68B40B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915" y="4040840"/>
            <a:ext cx="3849511" cy="2165350"/>
          </a:xfrm>
          <a:prstGeom prst="rect">
            <a:avLst/>
          </a:prstGeom>
        </p:spPr>
      </p:pic>
      <p:pic>
        <p:nvPicPr>
          <p:cNvPr id="25" name="Picture 24" descr="A graph of a stock market&#10;&#10;Description automatically generated">
            <a:extLst>
              <a:ext uri="{FF2B5EF4-FFF2-40B4-BE49-F238E27FC236}">
                <a16:creationId xmlns:a16="http://schemas.microsoft.com/office/drawing/2014/main" id="{E934BDE4-723B-BF5E-8694-B29E821F01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4756" y="216538"/>
            <a:ext cx="3849511" cy="2165350"/>
          </a:xfrm>
          <a:prstGeom prst="rect">
            <a:avLst/>
          </a:prstGeom>
        </p:spPr>
      </p:pic>
      <p:pic>
        <p:nvPicPr>
          <p:cNvPr id="31" name="Picture 30" descr="A graph of a stock market&#10;&#10;Description automatically generated with medium confidence">
            <a:extLst>
              <a:ext uri="{FF2B5EF4-FFF2-40B4-BE49-F238E27FC236}">
                <a16:creationId xmlns:a16="http://schemas.microsoft.com/office/drawing/2014/main" id="{65A739AF-4BFB-5FE9-D670-E0E75163E9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365" y="4536143"/>
            <a:ext cx="3849510" cy="2165349"/>
          </a:xfrm>
          <a:prstGeom prst="rect">
            <a:avLst/>
          </a:prstGeom>
        </p:spPr>
      </p:pic>
      <p:pic>
        <p:nvPicPr>
          <p:cNvPr id="33" name="Picture 32" descr="A graph of bear trap&#10;&#10;Description automatically generated">
            <a:extLst>
              <a:ext uri="{FF2B5EF4-FFF2-40B4-BE49-F238E27FC236}">
                <a16:creationId xmlns:a16="http://schemas.microsoft.com/office/drawing/2014/main" id="{6103FE3C-10BF-ECC7-62FB-67FA5709A7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835" y="782260"/>
            <a:ext cx="3849512" cy="216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02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Vorakan Thangsurbkul</dc:creator>
  <cp:lastModifiedBy>Vorakan Thangsurbkul</cp:lastModifiedBy>
  <cp:revision>1</cp:revision>
  <dcterms:created xsi:type="dcterms:W3CDTF">2024-09-13T05:12:49Z</dcterms:created>
  <dcterms:modified xsi:type="dcterms:W3CDTF">2024-09-13T06:01:15Z</dcterms:modified>
</cp:coreProperties>
</file>