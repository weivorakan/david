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999F25-183F-4B16-A8AA-A5F67B64BD98}" v="6" dt="2024-10-31T04:58:14.068"/>
    <p1510:client id="{11A7E4D0-7A9C-4359-B12C-0C5FE10E588F}" v="5" dt="2024-10-31T05:27:27.258"/>
    <p1510:client id="{C37322AA-D760-4E81-B20A-983505DC1E84}" v="6" dt="2024-10-31T05:09:59.614"/>
    <p1510:client id="{CE057408-1FB1-4D4C-94BA-98AE64BB62C5}" v="6" dt="2024-10-31T05:37:47.2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4" autoAdjust="0"/>
  </p:normalViewPr>
  <p:slideViewPr>
    <p:cSldViewPr snapToGrid="0">
      <p:cViewPr varScale="1">
        <p:scale>
          <a:sx n="148" d="100"/>
          <a:sy n="148" d="100"/>
        </p:scale>
        <p:origin x="120" y="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rakan Thangsurbkul" userId="bc5ff030e26a0ccb" providerId="LiveId" clId="{C96E0B16-E3DD-4AA4-AC36-B8FA89883AC1}"/>
    <pc:docChg chg="custSel modSld">
      <pc:chgData name="Vorakan Thangsurbkul" userId="bc5ff030e26a0ccb" providerId="LiveId" clId="{C96E0B16-E3DD-4AA4-AC36-B8FA89883AC1}" dt="2024-09-25T04:25:27.778" v="49" actId="1076"/>
      <pc:docMkLst>
        <pc:docMk/>
      </pc:docMkLst>
      <pc:sldChg chg="addSp delSp modSp mod">
        <pc:chgData name="Vorakan Thangsurbkul" userId="bc5ff030e26a0ccb" providerId="LiveId" clId="{C96E0B16-E3DD-4AA4-AC36-B8FA89883AC1}" dt="2024-09-25T04:25:27.778" v="49" actId="1076"/>
        <pc:sldMkLst>
          <pc:docMk/>
          <pc:sldMk cId="417702505" sldId="256"/>
        </pc:sldMkLst>
        <pc:picChg chg="add mod">
          <ac:chgData name="Vorakan Thangsurbkul" userId="bc5ff030e26a0ccb" providerId="LiveId" clId="{C96E0B16-E3DD-4AA4-AC36-B8FA89883AC1}" dt="2024-09-15T11:41:23.492" v="10" actId="14100"/>
          <ac:picMkLst>
            <pc:docMk/>
            <pc:sldMk cId="417702505" sldId="256"/>
            <ac:picMk id="3" creationId="{F31283F5-27B6-FDBF-1625-39808D512A42}"/>
          </ac:picMkLst>
        </pc:picChg>
        <pc:picChg chg="add mod">
          <ac:chgData name="Vorakan Thangsurbkul" userId="bc5ff030e26a0ccb" providerId="LiveId" clId="{C96E0B16-E3DD-4AA4-AC36-B8FA89883AC1}" dt="2024-09-25T04:25:27.778" v="49" actId="1076"/>
          <ac:picMkLst>
            <pc:docMk/>
            <pc:sldMk cId="417702505" sldId="256"/>
            <ac:picMk id="4" creationId="{2B7FC9A9-4D3B-82B7-D54F-0DC30CEC285E}"/>
          </ac:picMkLst>
        </pc:picChg>
        <pc:picChg chg="add mod">
          <ac:chgData name="Vorakan Thangsurbkul" userId="bc5ff030e26a0ccb" providerId="LiveId" clId="{C96E0B16-E3DD-4AA4-AC36-B8FA89883AC1}" dt="2024-09-15T11:42:19.204" v="22" actId="14100"/>
          <ac:picMkLst>
            <pc:docMk/>
            <pc:sldMk cId="417702505" sldId="256"/>
            <ac:picMk id="5" creationId="{FB41D632-FF51-F01E-4F1B-109DE14DA773}"/>
          </ac:picMkLst>
        </pc:picChg>
        <pc:picChg chg="add mod">
          <ac:chgData name="Vorakan Thangsurbkul" userId="bc5ff030e26a0ccb" providerId="LiveId" clId="{C96E0B16-E3DD-4AA4-AC36-B8FA89883AC1}" dt="2024-09-15T11:42:59.826" v="26" actId="1076"/>
          <ac:picMkLst>
            <pc:docMk/>
            <pc:sldMk cId="417702505" sldId="256"/>
            <ac:picMk id="7" creationId="{2912036E-C6A2-C5E8-113C-3BAF913968D9}"/>
          </ac:picMkLst>
        </pc:picChg>
        <pc:picChg chg="add mod">
          <ac:chgData name="Vorakan Thangsurbkul" userId="bc5ff030e26a0ccb" providerId="LiveId" clId="{C96E0B16-E3DD-4AA4-AC36-B8FA89883AC1}" dt="2024-09-15T11:45:11.106" v="36" actId="1076"/>
          <ac:picMkLst>
            <pc:docMk/>
            <pc:sldMk cId="417702505" sldId="256"/>
            <ac:picMk id="9" creationId="{8F8E0473-A278-9F80-9B6A-4C5EA24C725F}"/>
          </ac:picMkLst>
        </pc:picChg>
        <pc:picChg chg="add mod">
          <ac:chgData name="Vorakan Thangsurbkul" userId="bc5ff030e26a0ccb" providerId="LiveId" clId="{C96E0B16-E3DD-4AA4-AC36-B8FA89883AC1}" dt="2024-09-15T11:45:38.051" v="41" actId="1076"/>
          <ac:picMkLst>
            <pc:docMk/>
            <pc:sldMk cId="417702505" sldId="256"/>
            <ac:picMk id="11" creationId="{E148B782-32AB-26B4-F0C9-A7ADF73FDDAF}"/>
          </ac:picMkLst>
        </pc:picChg>
        <pc:picChg chg="del">
          <ac:chgData name="Vorakan Thangsurbkul" userId="bc5ff030e26a0ccb" providerId="LiveId" clId="{C96E0B16-E3DD-4AA4-AC36-B8FA89883AC1}" dt="2024-09-15T11:40:25.748" v="3" actId="478"/>
          <ac:picMkLst>
            <pc:docMk/>
            <pc:sldMk cId="417702505" sldId="256"/>
            <ac:picMk id="23" creationId="{13FC782C-9871-650A-8EA1-FE7B68B40BA8}"/>
          </ac:picMkLst>
        </pc:picChg>
        <pc:picChg chg="del">
          <ac:chgData name="Vorakan Thangsurbkul" userId="bc5ff030e26a0ccb" providerId="LiveId" clId="{C96E0B16-E3DD-4AA4-AC36-B8FA89883AC1}" dt="2024-09-15T11:40:22.100" v="0" actId="478"/>
          <ac:picMkLst>
            <pc:docMk/>
            <pc:sldMk cId="417702505" sldId="256"/>
            <ac:picMk id="25" creationId="{E934BDE4-723B-BF5E-8694-B29E821F0146}"/>
          </ac:picMkLst>
        </pc:picChg>
        <pc:picChg chg="del">
          <ac:chgData name="Vorakan Thangsurbkul" userId="bc5ff030e26a0ccb" providerId="LiveId" clId="{C96E0B16-E3DD-4AA4-AC36-B8FA89883AC1}" dt="2024-09-15T11:40:26.759" v="4" actId="478"/>
          <ac:picMkLst>
            <pc:docMk/>
            <pc:sldMk cId="417702505" sldId="256"/>
            <ac:picMk id="29" creationId="{AF21F8CE-BAC6-D75F-8FD0-E50B4A59C498}"/>
          </ac:picMkLst>
        </pc:picChg>
        <pc:picChg chg="del">
          <ac:chgData name="Vorakan Thangsurbkul" userId="bc5ff030e26a0ccb" providerId="LiveId" clId="{C96E0B16-E3DD-4AA4-AC36-B8FA89883AC1}" dt="2024-09-15T11:40:25.117" v="2" actId="478"/>
          <ac:picMkLst>
            <pc:docMk/>
            <pc:sldMk cId="417702505" sldId="256"/>
            <ac:picMk id="31" creationId="{65A739AF-4BFB-5FE9-D670-E0E75163E929}"/>
          </ac:picMkLst>
        </pc:picChg>
        <pc:picChg chg="del">
          <ac:chgData name="Vorakan Thangsurbkul" userId="bc5ff030e26a0ccb" providerId="LiveId" clId="{C96E0B16-E3DD-4AA4-AC36-B8FA89883AC1}" dt="2024-09-15T11:40:24.211" v="1" actId="478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  <pc:docChgLst>
    <pc:chgData name="Vorakan Thangsurbkul" userId="bc5ff030e26a0ccb" providerId="LiveId" clId="{06999F25-183F-4B16-A8AA-A5F67B64BD98}"/>
    <pc:docChg chg="custSel modSld">
      <pc:chgData name="Vorakan Thangsurbkul" userId="bc5ff030e26a0ccb" providerId="LiveId" clId="{06999F25-183F-4B16-A8AA-A5F67B64BD98}" dt="2024-10-31T04:59:10.223" v="53" actId="14100"/>
      <pc:docMkLst>
        <pc:docMk/>
      </pc:docMkLst>
      <pc:sldChg chg="addSp delSp modSp mod">
        <pc:chgData name="Vorakan Thangsurbkul" userId="bc5ff030e26a0ccb" providerId="LiveId" clId="{06999F25-183F-4B16-A8AA-A5F67B64BD98}" dt="2024-10-31T04:59:10.223" v="53" actId="14100"/>
        <pc:sldMkLst>
          <pc:docMk/>
          <pc:sldMk cId="417702505" sldId="256"/>
        </pc:sldMkLst>
        <pc:picChg chg="add mod ord">
          <ac:chgData name="Vorakan Thangsurbkul" userId="bc5ff030e26a0ccb" providerId="LiveId" clId="{06999F25-183F-4B16-A8AA-A5F67B64BD98}" dt="2024-10-31T04:55:25.276" v="6" actId="167"/>
          <ac:picMkLst>
            <pc:docMk/>
            <pc:sldMk cId="417702505" sldId="256"/>
            <ac:picMk id="3" creationId="{BBB0FDF2-7C6C-B589-1434-BAFB3038502C}"/>
          </ac:picMkLst>
        </pc:picChg>
        <pc:picChg chg="add mod">
          <ac:chgData name="Vorakan Thangsurbkul" userId="bc5ff030e26a0ccb" providerId="LiveId" clId="{06999F25-183F-4B16-A8AA-A5F67B64BD98}" dt="2024-10-31T04:58:35.471" v="46" actId="1076"/>
          <ac:picMkLst>
            <pc:docMk/>
            <pc:sldMk cId="417702505" sldId="256"/>
            <ac:picMk id="5" creationId="{8DA94085-28CC-5A43-1C42-F26FA077415C}"/>
          </ac:picMkLst>
        </pc:picChg>
        <pc:picChg chg="del">
          <ac:chgData name="Vorakan Thangsurbkul" userId="bc5ff030e26a0ccb" providerId="LiveId" clId="{06999F25-183F-4B16-A8AA-A5F67B64BD98}" dt="2024-10-31T04:54:55.286" v="0" actId="478"/>
          <ac:picMkLst>
            <pc:docMk/>
            <pc:sldMk cId="417702505" sldId="256"/>
            <ac:picMk id="6" creationId="{0B35C911-11BF-C1D7-FB77-B4DBC7BEDDE8}"/>
          </ac:picMkLst>
        </pc:picChg>
        <pc:picChg chg="add mod">
          <ac:chgData name="Vorakan Thangsurbkul" userId="bc5ff030e26a0ccb" providerId="LiveId" clId="{06999F25-183F-4B16-A8AA-A5F67B64BD98}" dt="2024-10-31T04:57:44.143" v="36" actId="1076"/>
          <ac:picMkLst>
            <pc:docMk/>
            <pc:sldMk cId="417702505" sldId="256"/>
            <ac:picMk id="8" creationId="{3DA84316-61BF-96C2-F6E2-B9F747603897}"/>
          </ac:picMkLst>
        </pc:picChg>
        <pc:picChg chg="del">
          <ac:chgData name="Vorakan Thangsurbkul" userId="bc5ff030e26a0ccb" providerId="LiveId" clId="{06999F25-183F-4B16-A8AA-A5F67B64BD98}" dt="2024-10-31T04:55:29.879" v="7" actId="478"/>
          <ac:picMkLst>
            <pc:docMk/>
            <pc:sldMk cId="417702505" sldId="256"/>
            <ac:picMk id="10" creationId="{14BA2B74-FB2B-3E65-54FC-E67CF5852FF2}"/>
          </ac:picMkLst>
        </pc:picChg>
        <pc:picChg chg="add mod">
          <ac:chgData name="Vorakan Thangsurbkul" userId="bc5ff030e26a0ccb" providerId="LiveId" clId="{06999F25-183F-4B16-A8AA-A5F67B64BD98}" dt="2024-10-31T04:57:49.591" v="37" actId="1076"/>
          <ac:picMkLst>
            <pc:docMk/>
            <pc:sldMk cId="417702505" sldId="256"/>
            <ac:picMk id="11" creationId="{E9B2FC6F-4E54-5918-D697-2B2EBF88B9E9}"/>
          </ac:picMkLst>
        </pc:picChg>
        <pc:picChg chg="del">
          <ac:chgData name="Vorakan Thangsurbkul" userId="bc5ff030e26a0ccb" providerId="LiveId" clId="{06999F25-183F-4B16-A8AA-A5F67B64BD98}" dt="2024-10-31T04:55:30.783" v="8" actId="478"/>
          <ac:picMkLst>
            <pc:docMk/>
            <pc:sldMk cId="417702505" sldId="256"/>
            <ac:picMk id="13" creationId="{9EB40F9A-692D-700E-6BAC-0A9909F7DDDD}"/>
          </ac:picMkLst>
        </pc:picChg>
        <pc:picChg chg="add mod">
          <ac:chgData name="Vorakan Thangsurbkul" userId="bc5ff030e26a0ccb" providerId="LiveId" clId="{06999F25-183F-4B16-A8AA-A5F67B64BD98}" dt="2024-10-31T04:59:10.223" v="53" actId="14100"/>
          <ac:picMkLst>
            <pc:docMk/>
            <pc:sldMk cId="417702505" sldId="256"/>
            <ac:picMk id="14" creationId="{7D454D07-4001-6581-9974-57FB0E929129}"/>
          </ac:picMkLst>
        </pc:picChg>
        <pc:picChg chg="del">
          <ac:chgData name="Vorakan Thangsurbkul" userId="bc5ff030e26a0ccb" providerId="LiveId" clId="{06999F25-183F-4B16-A8AA-A5F67B64BD98}" dt="2024-10-31T04:55:31.447" v="9" actId="478"/>
          <ac:picMkLst>
            <pc:docMk/>
            <pc:sldMk cId="417702505" sldId="256"/>
            <ac:picMk id="15" creationId="{43231C55-C271-6026-D44F-4B5F32DB37C9}"/>
          </ac:picMkLst>
        </pc:picChg>
        <pc:picChg chg="del">
          <ac:chgData name="Vorakan Thangsurbkul" userId="bc5ff030e26a0ccb" providerId="LiveId" clId="{06999F25-183F-4B16-A8AA-A5F67B64BD98}" dt="2024-10-31T04:55:32.131" v="10" actId="478"/>
          <ac:picMkLst>
            <pc:docMk/>
            <pc:sldMk cId="417702505" sldId="256"/>
            <ac:picMk id="17" creationId="{D8D04D57-C33B-4784-2E29-DD8B031A8C5D}"/>
          </ac:picMkLst>
        </pc:picChg>
        <pc:picChg chg="add mod">
          <ac:chgData name="Vorakan Thangsurbkul" userId="bc5ff030e26a0ccb" providerId="LiveId" clId="{06999F25-183F-4B16-A8AA-A5F67B64BD98}" dt="2024-10-31T04:58:54.464" v="51" actId="14100"/>
          <ac:picMkLst>
            <pc:docMk/>
            <pc:sldMk cId="417702505" sldId="256"/>
            <ac:picMk id="18" creationId="{358F93BE-7772-B553-AAE2-C9528F15B30F}"/>
          </ac:picMkLst>
        </pc:picChg>
        <pc:picChg chg="del mod">
          <ac:chgData name="Vorakan Thangsurbkul" userId="bc5ff030e26a0ccb" providerId="LiveId" clId="{06999F25-183F-4B16-A8AA-A5F67B64BD98}" dt="2024-10-31T04:55:32.916" v="12" actId="478"/>
          <ac:picMkLst>
            <pc:docMk/>
            <pc:sldMk cId="417702505" sldId="256"/>
            <ac:picMk id="19" creationId="{AA94C0F6-084D-207E-D60A-0C440AAF6535}"/>
          </ac:picMkLst>
        </pc:picChg>
      </pc:sldChg>
    </pc:docChg>
  </pc:docChgLst>
  <pc:docChgLst>
    <pc:chgData name="Vorakan Thangsurbkul" userId="bc5ff030e26a0ccb" providerId="LiveId" clId="{CE057408-1FB1-4D4C-94BA-98AE64BB62C5}"/>
    <pc:docChg chg="custSel modSld">
      <pc:chgData name="Vorakan Thangsurbkul" userId="bc5ff030e26a0ccb" providerId="LiveId" clId="{CE057408-1FB1-4D4C-94BA-98AE64BB62C5}" dt="2024-10-31T05:37:59.848" v="43" actId="1076"/>
      <pc:docMkLst>
        <pc:docMk/>
      </pc:docMkLst>
      <pc:sldChg chg="addSp delSp modSp mod">
        <pc:chgData name="Vorakan Thangsurbkul" userId="bc5ff030e26a0ccb" providerId="LiveId" clId="{CE057408-1FB1-4D4C-94BA-98AE64BB62C5}" dt="2024-10-31T05:37:59.848" v="43" actId="1076"/>
        <pc:sldMkLst>
          <pc:docMk/>
          <pc:sldMk cId="417702505" sldId="256"/>
        </pc:sldMkLst>
        <pc:picChg chg="del">
          <ac:chgData name="Vorakan Thangsurbkul" userId="bc5ff030e26a0ccb" providerId="LiveId" clId="{CE057408-1FB1-4D4C-94BA-98AE64BB62C5}" dt="2024-10-31T05:34:28.617" v="5" actId="478"/>
          <ac:picMkLst>
            <pc:docMk/>
            <pc:sldMk cId="417702505" sldId="256"/>
            <ac:picMk id="3" creationId="{87335035-A219-7979-7303-3222156706B3}"/>
          </ac:picMkLst>
        </pc:picChg>
        <pc:picChg chg="add mod">
          <ac:chgData name="Vorakan Thangsurbkul" userId="bc5ff030e26a0ccb" providerId="LiveId" clId="{CE057408-1FB1-4D4C-94BA-98AE64BB62C5}" dt="2024-10-31T05:34:45.224" v="12" actId="962"/>
          <ac:picMkLst>
            <pc:docMk/>
            <pc:sldMk cId="417702505" sldId="256"/>
            <ac:picMk id="4" creationId="{F8AAAC1C-E675-5074-50BB-F52922078320}"/>
          </ac:picMkLst>
        </pc:picChg>
        <pc:picChg chg="del">
          <ac:chgData name="Vorakan Thangsurbkul" userId="bc5ff030e26a0ccb" providerId="LiveId" clId="{CE057408-1FB1-4D4C-94BA-98AE64BB62C5}" dt="2024-10-31T05:34:21.376" v="0" actId="478"/>
          <ac:picMkLst>
            <pc:docMk/>
            <pc:sldMk cId="417702505" sldId="256"/>
            <ac:picMk id="6" creationId="{7EAB1B06-5FF5-169E-273A-88FDAF11CB2B}"/>
          </ac:picMkLst>
        </pc:picChg>
        <pc:picChg chg="add mod">
          <ac:chgData name="Vorakan Thangsurbkul" userId="bc5ff030e26a0ccb" providerId="LiveId" clId="{CE057408-1FB1-4D4C-94BA-98AE64BB62C5}" dt="2024-10-31T05:35:07.905" v="19" actId="1076"/>
          <ac:picMkLst>
            <pc:docMk/>
            <pc:sldMk cId="417702505" sldId="256"/>
            <ac:picMk id="7" creationId="{68F3A544-AFDF-DC92-421E-1B62EDFF2AE1}"/>
          </ac:picMkLst>
        </pc:picChg>
        <pc:picChg chg="del mod">
          <ac:chgData name="Vorakan Thangsurbkul" userId="bc5ff030e26a0ccb" providerId="LiveId" clId="{CE057408-1FB1-4D4C-94BA-98AE64BB62C5}" dt="2024-10-31T05:34:22.936" v="3" actId="478"/>
          <ac:picMkLst>
            <pc:docMk/>
            <pc:sldMk cId="417702505" sldId="256"/>
            <ac:picMk id="9" creationId="{A069BDEF-9509-F27D-8B39-A63B634E24BE}"/>
          </ac:picMkLst>
        </pc:picChg>
        <pc:picChg chg="add mod">
          <ac:chgData name="Vorakan Thangsurbkul" userId="bc5ff030e26a0ccb" providerId="LiveId" clId="{CE057408-1FB1-4D4C-94BA-98AE64BB62C5}" dt="2024-10-31T05:35:57.544" v="27" actId="1076"/>
          <ac:picMkLst>
            <pc:docMk/>
            <pc:sldMk cId="417702505" sldId="256"/>
            <ac:picMk id="10" creationId="{0A57222C-74E2-B246-F729-66C96E148887}"/>
          </ac:picMkLst>
        </pc:picChg>
        <pc:picChg chg="del">
          <ac:chgData name="Vorakan Thangsurbkul" userId="bc5ff030e26a0ccb" providerId="LiveId" clId="{CE057408-1FB1-4D4C-94BA-98AE64BB62C5}" dt="2024-10-31T05:34:22.042" v="1" actId="478"/>
          <ac:picMkLst>
            <pc:docMk/>
            <pc:sldMk cId="417702505" sldId="256"/>
            <ac:picMk id="12" creationId="{94A58092-3ABE-2E96-A002-7B22B232E53F}"/>
          </ac:picMkLst>
        </pc:picChg>
        <pc:picChg chg="add mod">
          <ac:chgData name="Vorakan Thangsurbkul" userId="bc5ff030e26a0ccb" providerId="LiveId" clId="{CE057408-1FB1-4D4C-94BA-98AE64BB62C5}" dt="2024-10-31T05:36:20.687" v="32" actId="1076"/>
          <ac:picMkLst>
            <pc:docMk/>
            <pc:sldMk cId="417702505" sldId="256"/>
            <ac:picMk id="13" creationId="{25550C8E-5855-D3E9-3967-AAAA6FD41D36}"/>
          </ac:picMkLst>
        </pc:picChg>
        <pc:picChg chg="del">
          <ac:chgData name="Vorakan Thangsurbkul" userId="bc5ff030e26a0ccb" providerId="LiveId" clId="{CE057408-1FB1-4D4C-94BA-98AE64BB62C5}" dt="2024-10-31T05:34:23.651" v="4" actId="478"/>
          <ac:picMkLst>
            <pc:docMk/>
            <pc:sldMk cId="417702505" sldId="256"/>
            <ac:picMk id="15" creationId="{E5F07C57-6E95-55A5-FC76-955F0554B7B7}"/>
          </ac:picMkLst>
        </pc:picChg>
        <pc:picChg chg="add mod">
          <ac:chgData name="Vorakan Thangsurbkul" userId="bc5ff030e26a0ccb" providerId="LiveId" clId="{CE057408-1FB1-4D4C-94BA-98AE64BB62C5}" dt="2024-10-31T05:37:23.232" v="38" actId="14100"/>
          <ac:picMkLst>
            <pc:docMk/>
            <pc:sldMk cId="417702505" sldId="256"/>
            <ac:picMk id="16" creationId="{8922A661-DF6F-E7F6-BB40-E024FF0DD27A}"/>
          </ac:picMkLst>
        </pc:picChg>
        <pc:picChg chg="add mod">
          <ac:chgData name="Vorakan Thangsurbkul" userId="bc5ff030e26a0ccb" providerId="LiveId" clId="{CE057408-1FB1-4D4C-94BA-98AE64BB62C5}" dt="2024-10-31T05:37:59.848" v="43" actId="1076"/>
          <ac:picMkLst>
            <pc:docMk/>
            <pc:sldMk cId="417702505" sldId="256"/>
            <ac:picMk id="18" creationId="{72D14516-FCDD-6A12-B331-77B881A5B56E}"/>
          </ac:picMkLst>
        </pc:picChg>
      </pc:sldChg>
    </pc:docChg>
  </pc:docChgLst>
  <pc:docChgLst>
    <pc:chgData name="Vorakan Thangsurbkul" userId="bc5ff030e26a0ccb" providerId="LiveId" clId="{6A611844-C58C-4C3B-B279-2995BB3104AC}"/>
    <pc:docChg chg="custSel modSld">
      <pc:chgData name="Vorakan Thangsurbkul" userId="bc5ff030e26a0ccb" providerId="LiveId" clId="{6A611844-C58C-4C3B-B279-2995BB3104AC}" dt="2024-09-25T05:03:02.509" v="53" actId="1076"/>
      <pc:docMkLst>
        <pc:docMk/>
      </pc:docMkLst>
      <pc:sldChg chg="addSp delSp modSp mod">
        <pc:chgData name="Vorakan Thangsurbkul" userId="bc5ff030e26a0ccb" providerId="LiveId" clId="{6A611844-C58C-4C3B-B279-2995BB3104AC}" dt="2024-09-25T05:03:02.509" v="53" actId="1076"/>
        <pc:sldMkLst>
          <pc:docMk/>
          <pc:sldMk cId="417702505" sldId="256"/>
        </pc:sldMkLst>
        <pc:picChg chg="del">
          <ac:chgData name="Vorakan Thangsurbkul" userId="bc5ff030e26a0ccb" providerId="LiveId" clId="{6A611844-C58C-4C3B-B279-2995BB3104AC}" dt="2024-09-25T04:58:18.507" v="5" actId="478"/>
          <ac:picMkLst>
            <pc:docMk/>
            <pc:sldMk cId="417702505" sldId="256"/>
            <ac:picMk id="3" creationId="{F31283F5-27B6-FDBF-1625-39808D512A42}"/>
          </ac:picMkLst>
        </pc:picChg>
        <pc:picChg chg="del">
          <ac:chgData name="Vorakan Thangsurbkul" userId="bc5ff030e26a0ccb" providerId="LiveId" clId="{6A611844-C58C-4C3B-B279-2995BB3104AC}" dt="2024-09-25T04:58:17.273" v="3" actId="478"/>
          <ac:picMkLst>
            <pc:docMk/>
            <pc:sldMk cId="417702505" sldId="256"/>
            <ac:picMk id="4" creationId="{2B7FC9A9-4D3B-82B7-D54F-0DC30CEC285E}"/>
          </ac:picMkLst>
        </pc:picChg>
        <pc:picChg chg="del">
          <ac:chgData name="Vorakan Thangsurbkul" userId="bc5ff030e26a0ccb" providerId="LiveId" clId="{6A611844-C58C-4C3B-B279-2995BB3104AC}" dt="2024-09-25T04:58:16.605" v="2" actId="478"/>
          <ac:picMkLst>
            <pc:docMk/>
            <pc:sldMk cId="417702505" sldId="256"/>
            <ac:picMk id="5" creationId="{FB41D632-FF51-F01E-4F1B-109DE14DA773}"/>
          </ac:picMkLst>
        </pc:picChg>
        <pc:picChg chg="add mod">
          <ac:chgData name="Vorakan Thangsurbkul" userId="bc5ff030e26a0ccb" providerId="LiveId" clId="{6A611844-C58C-4C3B-B279-2995BB3104AC}" dt="2024-09-25T05:02:28.881" v="46" actId="1076"/>
          <ac:picMkLst>
            <pc:docMk/>
            <pc:sldMk cId="417702505" sldId="256"/>
            <ac:picMk id="6" creationId="{0B35C911-11BF-C1D7-FB77-B4DBC7BEDDE8}"/>
          </ac:picMkLst>
        </pc:picChg>
        <pc:picChg chg="del">
          <ac:chgData name="Vorakan Thangsurbkul" userId="bc5ff030e26a0ccb" providerId="LiveId" clId="{6A611844-C58C-4C3B-B279-2995BB3104AC}" dt="2024-09-25T04:58:15.325" v="0" actId="478"/>
          <ac:picMkLst>
            <pc:docMk/>
            <pc:sldMk cId="417702505" sldId="256"/>
            <ac:picMk id="7" creationId="{2912036E-C6A2-C5E8-113C-3BAF913968D9}"/>
          </ac:picMkLst>
        </pc:picChg>
        <pc:picChg chg="del">
          <ac:chgData name="Vorakan Thangsurbkul" userId="bc5ff030e26a0ccb" providerId="LiveId" clId="{6A611844-C58C-4C3B-B279-2995BB3104AC}" dt="2024-09-25T04:58:15.973" v="1" actId="478"/>
          <ac:picMkLst>
            <pc:docMk/>
            <pc:sldMk cId="417702505" sldId="256"/>
            <ac:picMk id="9" creationId="{8F8E0473-A278-9F80-9B6A-4C5EA24C725F}"/>
          </ac:picMkLst>
        </pc:picChg>
        <pc:picChg chg="add mod">
          <ac:chgData name="Vorakan Thangsurbkul" userId="bc5ff030e26a0ccb" providerId="LiveId" clId="{6A611844-C58C-4C3B-B279-2995BB3104AC}" dt="2024-09-25T05:02:02.285" v="41" actId="1076"/>
          <ac:picMkLst>
            <pc:docMk/>
            <pc:sldMk cId="417702505" sldId="256"/>
            <ac:picMk id="10" creationId="{14BA2B74-FB2B-3E65-54FC-E67CF5852FF2}"/>
          </ac:picMkLst>
        </pc:picChg>
        <pc:picChg chg="del">
          <ac:chgData name="Vorakan Thangsurbkul" userId="bc5ff030e26a0ccb" providerId="LiveId" clId="{6A611844-C58C-4C3B-B279-2995BB3104AC}" dt="2024-09-25T04:58:17.795" v="4" actId="478"/>
          <ac:picMkLst>
            <pc:docMk/>
            <pc:sldMk cId="417702505" sldId="256"/>
            <ac:picMk id="11" creationId="{E148B782-32AB-26B4-F0C9-A7ADF73FDDAF}"/>
          </ac:picMkLst>
        </pc:picChg>
        <pc:picChg chg="add mod">
          <ac:chgData name="Vorakan Thangsurbkul" userId="bc5ff030e26a0ccb" providerId="LiveId" clId="{6A611844-C58C-4C3B-B279-2995BB3104AC}" dt="2024-09-25T04:59:41.158" v="23" actId="1076"/>
          <ac:picMkLst>
            <pc:docMk/>
            <pc:sldMk cId="417702505" sldId="256"/>
            <ac:picMk id="13" creationId="{9EB40F9A-692D-700E-6BAC-0A9909F7DDDD}"/>
          </ac:picMkLst>
        </pc:picChg>
        <pc:picChg chg="add mod">
          <ac:chgData name="Vorakan Thangsurbkul" userId="bc5ff030e26a0ccb" providerId="LiveId" clId="{6A611844-C58C-4C3B-B279-2995BB3104AC}" dt="2024-09-25T05:02:16.142" v="43" actId="1076"/>
          <ac:picMkLst>
            <pc:docMk/>
            <pc:sldMk cId="417702505" sldId="256"/>
            <ac:picMk id="15" creationId="{43231C55-C271-6026-D44F-4B5F32DB37C9}"/>
          </ac:picMkLst>
        </pc:picChg>
        <pc:picChg chg="add mod">
          <ac:chgData name="Vorakan Thangsurbkul" userId="bc5ff030e26a0ccb" providerId="LiveId" clId="{6A611844-C58C-4C3B-B279-2995BB3104AC}" dt="2024-09-25T05:02:55.813" v="52" actId="1076"/>
          <ac:picMkLst>
            <pc:docMk/>
            <pc:sldMk cId="417702505" sldId="256"/>
            <ac:picMk id="17" creationId="{D8D04D57-C33B-4784-2E29-DD8B031A8C5D}"/>
          </ac:picMkLst>
        </pc:picChg>
        <pc:picChg chg="add mod">
          <ac:chgData name="Vorakan Thangsurbkul" userId="bc5ff030e26a0ccb" providerId="LiveId" clId="{6A611844-C58C-4C3B-B279-2995BB3104AC}" dt="2024-09-25T05:03:02.509" v="53" actId="1076"/>
          <ac:picMkLst>
            <pc:docMk/>
            <pc:sldMk cId="417702505" sldId="256"/>
            <ac:picMk id="19" creationId="{AA94C0F6-084D-207E-D60A-0C440AAF6535}"/>
          </ac:picMkLst>
        </pc:picChg>
      </pc:sldChg>
    </pc:docChg>
  </pc:docChgLst>
  <pc:docChgLst>
    <pc:chgData name="Vorakan Thangsurbkul" userId="bc5ff030e26a0ccb" providerId="LiveId" clId="{C8356655-0FC3-4235-94A5-BFEE7555E11B}"/>
    <pc:docChg chg="undo custSel modSld">
      <pc:chgData name="Vorakan Thangsurbkul" userId="bc5ff030e26a0ccb" providerId="LiveId" clId="{C8356655-0FC3-4235-94A5-BFEE7555E11B}" dt="2024-09-13T05:36:09.827" v="108" actId="1076"/>
      <pc:docMkLst>
        <pc:docMk/>
      </pc:docMkLst>
      <pc:sldChg chg="addSp delSp modSp mod modClrScheme chgLayout">
        <pc:chgData name="Vorakan Thangsurbkul" userId="bc5ff030e26a0ccb" providerId="LiveId" clId="{C8356655-0FC3-4235-94A5-BFEE7555E11B}" dt="2024-09-13T05:36:09.827" v="108" actId="1076"/>
        <pc:sldMkLst>
          <pc:docMk/>
          <pc:sldMk cId="417702505" sldId="256"/>
        </pc:sldMkLst>
        <pc:spChg chg="del">
          <ac:chgData name="Vorakan Thangsurbkul" userId="bc5ff030e26a0ccb" providerId="LiveId" clId="{C8356655-0FC3-4235-94A5-BFEE7555E11B}" dt="2024-09-13T05:13:52.391" v="0" actId="700"/>
          <ac:spMkLst>
            <pc:docMk/>
            <pc:sldMk cId="417702505" sldId="256"/>
            <ac:spMk id="2" creationId="{3CF187AA-AB42-3791-E9BB-5C8663B34BC1}"/>
          </ac:spMkLst>
        </pc:spChg>
        <pc:spChg chg="del">
          <ac:chgData name="Vorakan Thangsurbkul" userId="bc5ff030e26a0ccb" providerId="LiveId" clId="{C8356655-0FC3-4235-94A5-BFEE7555E11B}" dt="2024-09-13T05:13:52.391" v="0" actId="700"/>
          <ac:spMkLst>
            <pc:docMk/>
            <pc:sldMk cId="417702505" sldId="256"/>
            <ac:spMk id="3" creationId="{7F55C9E0-FFC7-2020-FA06-C95DE1557BD3}"/>
          </ac:spMkLst>
        </pc:sp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5" creationId="{F3E73081-69EE-826C-8A76-11BACBF9E0F1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7" creationId="{E73A2DEA-1FB6-09B8-9651-23E416976D95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9" creationId="{740E158B-05CC-E293-5F55-A5E72111DA1F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1" creationId="{6A6B3733-B9BE-5F48-E8F4-43A05098B922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3" creationId="{3D4AAF31-0C29-40DD-360C-C5A5090F21C2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5" creationId="{607146AD-D176-F526-3E4D-1A60BD942A44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7" creationId="{4ECC3A8A-42B5-8FBA-ECF4-400151271679}"/>
          </ac:picMkLst>
        </pc:picChg>
        <pc:picChg chg="add del mod">
          <ac:chgData name="Vorakan Thangsurbkul" userId="bc5ff030e26a0ccb" providerId="LiveId" clId="{C8356655-0FC3-4235-94A5-BFEE7555E11B}" dt="2024-09-13T05:19:47.701" v="36" actId="21"/>
          <ac:picMkLst>
            <pc:docMk/>
            <pc:sldMk cId="417702505" sldId="256"/>
            <ac:picMk id="19" creationId="{75A84E52-06BB-82F2-5423-594EB16129EC}"/>
          </ac:picMkLst>
        </pc:picChg>
        <pc:picChg chg="add del mod">
          <ac:chgData name="Vorakan Thangsurbkul" userId="bc5ff030e26a0ccb" providerId="LiveId" clId="{C8356655-0FC3-4235-94A5-BFEE7555E11B}" dt="2024-09-13T05:19:44.880" v="35" actId="21"/>
          <ac:picMkLst>
            <pc:docMk/>
            <pc:sldMk cId="417702505" sldId="256"/>
            <ac:picMk id="21" creationId="{13DFB96F-E2BE-AA77-E7B7-F469C87EDC01}"/>
          </ac:picMkLst>
        </pc:picChg>
        <pc:picChg chg="add mod ord">
          <ac:chgData name="Vorakan Thangsurbkul" userId="bc5ff030e26a0ccb" providerId="LiveId" clId="{C8356655-0FC3-4235-94A5-BFEE7555E11B}" dt="2024-09-13T05:31:35.140" v="83" actId="1076"/>
          <ac:picMkLst>
            <pc:docMk/>
            <pc:sldMk cId="417702505" sldId="256"/>
            <ac:picMk id="23" creationId="{13FC782C-9871-650A-8EA1-FE7B68B40BA8}"/>
          </ac:picMkLst>
        </pc:picChg>
        <pc:picChg chg="add mod ord">
          <ac:chgData name="Vorakan Thangsurbkul" userId="bc5ff030e26a0ccb" providerId="LiveId" clId="{C8356655-0FC3-4235-94A5-BFEE7555E11B}" dt="2024-09-13T05:33:33.214" v="91" actId="1076"/>
          <ac:picMkLst>
            <pc:docMk/>
            <pc:sldMk cId="417702505" sldId="256"/>
            <ac:picMk id="25" creationId="{E934BDE4-723B-BF5E-8694-B29E821F0146}"/>
          </ac:picMkLst>
        </pc:picChg>
        <pc:picChg chg="add del mod ord">
          <ac:chgData name="Vorakan Thangsurbkul" userId="bc5ff030e26a0ccb" providerId="LiveId" clId="{C8356655-0FC3-4235-94A5-BFEE7555E11B}" dt="2024-09-13T05:32:04.601" v="84" actId="21"/>
          <ac:picMkLst>
            <pc:docMk/>
            <pc:sldMk cId="417702505" sldId="256"/>
            <ac:picMk id="27" creationId="{1FC812B2-32B4-AB4E-92A4-278299B0CE2F}"/>
          </ac:picMkLst>
        </pc:picChg>
        <pc:picChg chg="add mod ord">
          <ac:chgData name="Vorakan Thangsurbkul" userId="bc5ff030e26a0ccb" providerId="LiveId" clId="{C8356655-0FC3-4235-94A5-BFEE7555E11B}" dt="2024-09-13T05:33:22.888" v="90" actId="14100"/>
          <ac:picMkLst>
            <pc:docMk/>
            <pc:sldMk cId="417702505" sldId="256"/>
            <ac:picMk id="29" creationId="{AF21F8CE-BAC6-D75F-8FD0-E50B4A59C498}"/>
          </ac:picMkLst>
        </pc:picChg>
        <pc:picChg chg="add mod">
          <ac:chgData name="Vorakan Thangsurbkul" userId="bc5ff030e26a0ccb" providerId="LiveId" clId="{C8356655-0FC3-4235-94A5-BFEE7555E11B}" dt="2024-09-13T05:34:13.294" v="99" actId="1076"/>
          <ac:picMkLst>
            <pc:docMk/>
            <pc:sldMk cId="417702505" sldId="256"/>
            <ac:picMk id="31" creationId="{65A739AF-4BFB-5FE9-D670-E0E75163E929}"/>
          </ac:picMkLst>
        </pc:picChg>
        <pc:picChg chg="add mod">
          <ac:chgData name="Vorakan Thangsurbkul" userId="bc5ff030e26a0ccb" providerId="LiveId" clId="{C8356655-0FC3-4235-94A5-BFEE7555E11B}" dt="2024-09-13T05:36:09.827" v="108" actId="1076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  <pc:docChgLst>
    <pc:chgData name="Vorakan Thangsurbkul" userId="bc5ff030e26a0ccb" providerId="LiveId" clId="{C25C2E04-A14B-428E-B274-328AF7FB2A35}"/>
    <pc:docChg chg="modSld">
      <pc:chgData name="Vorakan Thangsurbkul" userId="bc5ff030e26a0ccb" providerId="LiveId" clId="{C25C2E04-A14B-428E-B274-328AF7FB2A35}" dt="2024-09-13T06:01:14.821" v="25" actId="1076"/>
      <pc:docMkLst>
        <pc:docMk/>
      </pc:docMkLst>
      <pc:sldChg chg="modSp mod">
        <pc:chgData name="Vorakan Thangsurbkul" userId="bc5ff030e26a0ccb" providerId="LiveId" clId="{C25C2E04-A14B-428E-B274-328AF7FB2A35}" dt="2024-09-13T06:01:14.821" v="25" actId="1076"/>
        <pc:sldMkLst>
          <pc:docMk/>
          <pc:sldMk cId="417702505" sldId="256"/>
        </pc:sldMkLst>
        <pc:picChg chg="mod">
          <ac:chgData name="Vorakan Thangsurbkul" userId="bc5ff030e26a0ccb" providerId="LiveId" clId="{C25C2E04-A14B-428E-B274-328AF7FB2A35}" dt="2024-09-13T06:00:29.439" v="18" actId="1076"/>
          <ac:picMkLst>
            <pc:docMk/>
            <pc:sldMk cId="417702505" sldId="256"/>
            <ac:picMk id="23" creationId="{13FC782C-9871-650A-8EA1-FE7B68B40BA8}"/>
          </ac:picMkLst>
        </pc:picChg>
        <pc:picChg chg="mod">
          <ac:chgData name="Vorakan Thangsurbkul" userId="bc5ff030e26a0ccb" providerId="LiveId" clId="{C25C2E04-A14B-428E-B274-328AF7FB2A35}" dt="2024-09-13T06:00:43.561" v="20" actId="14100"/>
          <ac:picMkLst>
            <pc:docMk/>
            <pc:sldMk cId="417702505" sldId="256"/>
            <ac:picMk id="25" creationId="{E934BDE4-723B-BF5E-8694-B29E821F0146}"/>
          </ac:picMkLst>
        </pc:picChg>
        <pc:picChg chg="mod">
          <ac:chgData name="Vorakan Thangsurbkul" userId="bc5ff030e26a0ccb" providerId="LiveId" clId="{C25C2E04-A14B-428E-B274-328AF7FB2A35}" dt="2024-09-13T06:00:56.545" v="22" actId="1076"/>
          <ac:picMkLst>
            <pc:docMk/>
            <pc:sldMk cId="417702505" sldId="256"/>
            <ac:picMk id="31" creationId="{65A739AF-4BFB-5FE9-D670-E0E75163E929}"/>
          </ac:picMkLst>
        </pc:picChg>
        <pc:picChg chg="mod">
          <ac:chgData name="Vorakan Thangsurbkul" userId="bc5ff030e26a0ccb" providerId="LiveId" clId="{C25C2E04-A14B-428E-B274-328AF7FB2A35}" dt="2024-09-13T06:01:14.821" v="25" actId="1076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  <pc:docChgLst>
    <pc:chgData name="Vorakan Thangsurbkul" userId="bc5ff030e26a0ccb" providerId="LiveId" clId="{11A7E4D0-7A9C-4359-B12C-0C5FE10E588F}"/>
    <pc:docChg chg="custSel modSld">
      <pc:chgData name="Vorakan Thangsurbkul" userId="bc5ff030e26a0ccb" providerId="LiveId" clId="{11A7E4D0-7A9C-4359-B12C-0C5FE10E588F}" dt="2024-10-31T05:30:40.729" v="46" actId="14100"/>
      <pc:docMkLst>
        <pc:docMk/>
      </pc:docMkLst>
      <pc:sldChg chg="addSp delSp modSp mod">
        <pc:chgData name="Vorakan Thangsurbkul" userId="bc5ff030e26a0ccb" providerId="LiveId" clId="{11A7E4D0-7A9C-4359-B12C-0C5FE10E588F}" dt="2024-10-31T05:30:40.729" v="46" actId="14100"/>
        <pc:sldMkLst>
          <pc:docMk/>
          <pc:sldMk cId="417702505" sldId="256"/>
        </pc:sldMkLst>
        <pc:picChg chg="add mod">
          <ac:chgData name="Vorakan Thangsurbkul" userId="bc5ff030e26a0ccb" providerId="LiveId" clId="{11A7E4D0-7A9C-4359-B12C-0C5FE10E588F}" dt="2024-10-31T05:28:09.007" v="44" actId="1076"/>
          <ac:picMkLst>
            <pc:docMk/>
            <pc:sldMk cId="417702505" sldId="256"/>
            <ac:picMk id="3" creationId="{87335035-A219-7979-7303-3222156706B3}"/>
          </ac:picMkLst>
        </pc:picChg>
        <pc:picChg chg="del">
          <ac:chgData name="Vorakan Thangsurbkul" userId="bc5ff030e26a0ccb" providerId="LiveId" clId="{11A7E4D0-7A9C-4359-B12C-0C5FE10E588F}" dt="2024-10-31T05:24:52.778" v="5" actId="478"/>
          <ac:picMkLst>
            <pc:docMk/>
            <pc:sldMk cId="417702505" sldId="256"/>
            <ac:picMk id="4" creationId="{029341E0-0007-BB67-D070-8DABDC38FD28}"/>
          </ac:picMkLst>
        </pc:picChg>
        <pc:picChg chg="add mod">
          <ac:chgData name="Vorakan Thangsurbkul" userId="bc5ff030e26a0ccb" providerId="LiveId" clId="{11A7E4D0-7A9C-4359-B12C-0C5FE10E588F}" dt="2024-10-31T05:25:34.657" v="19" actId="1076"/>
          <ac:picMkLst>
            <pc:docMk/>
            <pc:sldMk cId="417702505" sldId="256"/>
            <ac:picMk id="6" creationId="{7EAB1B06-5FF5-169E-273A-88FDAF11CB2B}"/>
          </ac:picMkLst>
        </pc:picChg>
        <pc:picChg chg="del">
          <ac:chgData name="Vorakan Thangsurbkul" userId="bc5ff030e26a0ccb" providerId="LiveId" clId="{11A7E4D0-7A9C-4359-B12C-0C5FE10E588F}" dt="2024-10-31T05:24:48.145" v="0" actId="478"/>
          <ac:picMkLst>
            <pc:docMk/>
            <pc:sldMk cId="417702505" sldId="256"/>
            <ac:picMk id="7" creationId="{5B679E04-0FA8-582A-2133-332FB69BD27C}"/>
          </ac:picMkLst>
        </pc:picChg>
        <pc:picChg chg="add mod">
          <ac:chgData name="Vorakan Thangsurbkul" userId="bc5ff030e26a0ccb" providerId="LiveId" clId="{11A7E4D0-7A9C-4359-B12C-0C5FE10E588F}" dt="2024-10-31T05:27:54.409" v="41" actId="14100"/>
          <ac:picMkLst>
            <pc:docMk/>
            <pc:sldMk cId="417702505" sldId="256"/>
            <ac:picMk id="9" creationId="{A069BDEF-9509-F27D-8B39-A63B634E24BE}"/>
          </ac:picMkLst>
        </pc:picChg>
        <pc:picChg chg="del">
          <ac:chgData name="Vorakan Thangsurbkul" userId="bc5ff030e26a0ccb" providerId="LiveId" clId="{11A7E4D0-7A9C-4359-B12C-0C5FE10E588F}" dt="2024-10-31T05:24:50.062" v="3" actId="478"/>
          <ac:picMkLst>
            <pc:docMk/>
            <pc:sldMk cId="417702505" sldId="256"/>
            <ac:picMk id="10" creationId="{1C5DB289-E583-BF12-3A0B-35A79BE46860}"/>
          </ac:picMkLst>
        </pc:picChg>
        <pc:picChg chg="add mod">
          <ac:chgData name="Vorakan Thangsurbkul" userId="bc5ff030e26a0ccb" providerId="LiveId" clId="{11A7E4D0-7A9C-4359-B12C-0C5FE10E588F}" dt="2024-10-31T05:27:07.920" v="33" actId="14100"/>
          <ac:picMkLst>
            <pc:docMk/>
            <pc:sldMk cId="417702505" sldId="256"/>
            <ac:picMk id="12" creationId="{94A58092-3ABE-2E96-A002-7B22B232E53F}"/>
          </ac:picMkLst>
        </pc:picChg>
        <pc:picChg chg="del">
          <ac:chgData name="Vorakan Thangsurbkul" userId="bc5ff030e26a0ccb" providerId="LiveId" clId="{11A7E4D0-7A9C-4359-B12C-0C5FE10E588F}" dt="2024-10-31T05:24:48.911" v="1" actId="478"/>
          <ac:picMkLst>
            <pc:docMk/>
            <pc:sldMk cId="417702505" sldId="256"/>
            <ac:picMk id="13" creationId="{776D2C5A-89DD-F511-4418-5C894C3B74E1}"/>
          </ac:picMkLst>
        </pc:picChg>
        <pc:picChg chg="add mod">
          <ac:chgData name="Vorakan Thangsurbkul" userId="bc5ff030e26a0ccb" providerId="LiveId" clId="{11A7E4D0-7A9C-4359-B12C-0C5FE10E588F}" dt="2024-10-31T05:30:40.729" v="46" actId="14100"/>
          <ac:picMkLst>
            <pc:docMk/>
            <pc:sldMk cId="417702505" sldId="256"/>
            <ac:picMk id="15" creationId="{E5F07C57-6E95-55A5-FC76-955F0554B7B7}"/>
          </ac:picMkLst>
        </pc:picChg>
        <pc:picChg chg="del">
          <ac:chgData name="Vorakan Thangsurbkul" userId="bc5ff030e26a0ccb" providerId="LiveId" clId="{11A7E4D0-7A9C-4359-B12C-0C5FE10E588F}" dt="2024-10-31T05:24:49.452" v="2" actId="478"/>
          <ac:picMkLst>
            <pc:docMk/>
            <pc:sldMk cId="417702505" sldId="256"/>
            <ac:picMk id="16" creationId="{7A3C572B-2F90-CDDD-6C2A-B95F46B31984}"/>
          </ac:picMkLst>
        </pc:picChg>
        <pc:picChg chg="del">
          <ac:chgData name="Vorakan Thangsurbkul" userId="bc5ff030e26a0ccb" providerId="LiveId" clId="{11A7E4D0-7A9C-4359-B12C-0C5FE10E588F}" dt="2024-10-31T05:24:50.717" v="4" actId="478"/>
          <ac:picMkLst>
            <pc:docMk/>
            <pc:sldMk cId="417702505" sldId="256"/>
            <ac:picMk id="19" creationId="{72BEF43E-B345-17AE-7814-640868E7C0E9}"/>
          </ac:picMkLst>
        </pc:picChg>
      </pc:sldChg>
    </pc:docChg>
  </pc:docChgLst>
  <pc:docChgLst>
    <pc:chgData name="Vorakan Thangsurbkul" userId="bc5ff030e26a0ccb" providerId="LiveId" clId="{C37322AA-D760-4E81-B20A-983505DC1E84}"/>
    <pc:docChg chg="custSel modSld">
      <pc:chgData name="Vorakan Thangsurbkul" userId="bc5ff030e26a0ccb" providerId="LiveId" clId="{C37322AA-D760-4E81-B20A-983505DC1E84}" dt="2024-10-31T05:11:07.040" v="61" actId="1076"/>
      <pc:docMkLst>
        <pc:docMk/>
      </pc:docMkLst>
      <pc:sldChg chg="addSp delSp modSp mod">
        <pc:chgData name="Vorakan Thangsurbkul" userId="bc5ff030e26a0ccb" providerId="LiveId" clId="{C37322AA-D760-4E81-B20A-983505DC1E84}" dt="2024-10-31T05:11:07.040" v="61" actId="1076"/>
        <pc:sldMkLst>
          <pc:docMk/>
          <pc:sldMk cId="417702505" sldId="256"/>
        </pc:sldMkLst>
        <pc:picChg chg="del">
          <ac:chgData name="Vorakan Thangsurbkul" userId="bc5ff030e26a0ccb" providerId="LiveId" clId="{C37322AA-D760-4E81-B20A-983505DC1E84}" dt="2024-10-31T05:05:15.377" v="5" actId="478"/>
          <ac:picMkLst>
            <pc:docMk/>
            <pc:sldMk cId="417702505" sldId="256"/>
            <ac:picMk id="3" creationId="{BBB0FDF2-7C6C-B589-1434-BAFB3038502C}"/>
          </ac:picMkLst>
        </pc:picChg>
        <pc:picChg chg="add mod">
          <ac:chgData name="Vorakan Thangsurbkul" userId="bc5ff030e26a0ccb" providerId="LiveId" clId="{C37322AA-D760-4E81-B20A-983505DC1E84}" dt="2024-10-31T05:05:39.940" v="12" actId="962"/>
          <ac:picMkLst>
            <pc:docMk/>
            <pc:sldMk cId="417702505" sldId="256"/>
            <ac:picMk id="4" creationId="{029341E0-0007-BB67-D070-8DABDC38FD28}"/>
          </ac:picMkLst>
        </pc:picChg>
        <pc:picChg chg="del">
          <ac:chgData name="Vorakan Thangsurbkul" userId="bc5ff030e26a0ccb" providerId="LiveId" clId="{C37322AA-D760-4E81-B20A-983505DC1E84}" dt="2024-10-31T05:05:12.037" v="2" actId="478"/>
          <ac:picMkLst>
            <pc:docMk/>
            <pc:sldMk cId="417702505" sldId="256"/>
            <ac:picMk id="5" creationId="{8DA94085-28CC-5A43-1C42-F26FA077415C}"/>
          </ac:picMkLst>
        </pc:picChg>
        <pc:picChg chg="add mod">
          <ac:chgData name="Vorakan Thangsurbkul" userId="bc5ff030e26a0ccb" providerId="LiveId" clId="{C37322AA-D760-4E81-B20A-983505DC1E84}" dt="2024-10-31T05:07:19.495" v="27" actId="14100"/>
          <ac:picMkLst>
            <pc:docMk/>
            <pc:sldMk cId="417702505" sldId="256"/>
            <ac:picMk id="7" creationId="{5B679E04-0FA8-582A-2133-332FB69BD27C}"/>
          </ac:picMkLst>
        </pc:picChg>
        <pc:picChg chg="del">
          <ac:chgData name="Vorakan Thangsurbkul" userId="bc5ff030e26a0ccb" providerId="LiveId" clId="{C37322AA-D760-4E81-B20A-983505DC1E84}" dt="2024-10-31T05:05:10.273" v="0" actId="478"/>
          <ac:picMkLst>
            <pc:docMk/>
            <pc:sldMk cId="417702505" sldId="256"/>
            <ac:picMk id="8" creationId="{3DA84316-61BF-96C2-F6E2-B9F747603897}"/>
          </ac:picMkLst>
        </pc:picChg>
        <pc:picChg chg="add mod">
          <ac:chgData name="Vorakan Thangsurbkul" userId="bc5ff030e26a0ccb" providerId="LiveId" clId="{C37322AA-D760-4E81-B20A-983505DC1E84}" dt="2024-10-31T05:07:04.714" v="26" actId="1076"/>
          <ac:picMkLst>
            <pc:docMk/>
            <pc:sldMk cId="417702505" sldId="256"/>
            <ac:picMk id="10" creationId="{1C5DB289-E583-BF12-3A0B-35A79BE46860}"/>
          </ac:picMkLst>
        </pc:picChg>
        <pc:picChg chg="del">
          <ac:chgData name="Vorakan Thangsurbkul" userId="bc5ff030e26a0ccb" providerId="LiveId" clId="{C37322AA-D760-4E81-B20A-983505DC1E84}" dt="2024-10-31T05:05:11.120" v="1" actId="478"/>
          <ac:picMkLst>
            <pc:docMk/>
            <pc:sldMk cId="417702505" sldId="256"/>
            <ac:picMk id="11" creationId="{E9B2FC6F-4E54-5918-D697-2B2EBF88B9E9}"/>
          </ac:picMkLst>
        </pc:picChg>
        <pc:picChg chg="add mod">
          <ac:chgData name="Vorakan Thangsurbkul" userId="bc5ff030e26a0ccb" providerId="LiveId" clId="{C37322AA-D760-4E81-B20A-983505DC1E84}" dt="2024-10-31T05:11:04.440" v="60" actId="1076"/>
          <ac:picMkLst>
            <pc:docMk/>
            <pc:sldMk cId="417702505" sldId="256"/>
            <ac:picMk id="13" creationId="{776D2C5A-89DD-F511-4418-5C894C3B74E1}"/>
          </ac:picMkLst>
        </pc:picChg>
        <pc:picChg chg="del">
          <ac:chgData name="Vorakan Thangsurbkul" userId="bc5ff030e26a0ccb" providerId="LiveId" clId="{C37322AA-D760-4E81-B20A-983505DC1E84}" dt="2024-10-31T05:05:12.694" v="3" actId="478"/>
          <ac:picMkLst>
            <pc:docMk/>
            <pc:sldMk cId="417702505" sldId="256"/>
            <ac:picMk id="14" creationId="{7D454D07-4001-6581-9974-57FB0E929129}"/>
          </ac:picMkLst>
        </pc:picChg>
        <pc:picChg chg="add mod">
          <ac:chgData name="Vorakan Thangsurbkul" userId="bc5ff030e26a0ccb" providerId="LiveId" clId="{C37322AA-D760-4E81-B20A-983505DC1E84}" dt="2024-10-31T05:11:07.040" v="61" actId="1076"/>
          <ac:picMkLst>
            <pc:docMk/>
            <pc:sldMk cId="417702505" sldId="256"/>
            <ac:picMk id="16" creationId="{7A3C572B-2F90-CDDD-6C2A-B95F46B31984}"/>
          </ac:picMkLst>
        </pc:picChg>
        <pc:picChg chg="del">
          <ac:chgData name="Vorakan Thangsurbkul" userId="bc5ff030e26a0ccb" providerId="LiveId" clId="{C37322AA-D760-4E81-B20A-983505DC1E84}" dt="2024-10-31T05:05:13.225" v="4" actId="478"/>
          <ac:picMkLst>
            <pc:docMk/>
            <pc:sldMk cId="417702505" sldId="256"/>
            <ac:picMk id="18" creationId="{358F93BE-7772-B553-AAE2-C9528F15B30F}"/>
          </ac:picMkLst>
        </pc:picChg>
        <pc:picChg chg="add mod">
          <ac:chgData name="Vorakan Thangsurbkul" userId="bc5ff030e26a0ccb" providerId="LiveId" clId="{C37322AA-D760-4E81-B20A-983505DC1E84}" dt="2024-10-31T05:10:26.392" v="50" actId="1076"/>
          <ac:picMkLst>
            <pc:docMk/>
            <pc:sldMk cId="417702505" sldId="256"/>
            <ac:picMk id="19" creationId="{72BEF43E-B345-17AE-7814-640868E7C0E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4D23D-5107-4F5F-890E-EE4FB46FE174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AC552-6077-4B3C-921D-FF64A99B812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1980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AC552-6077-4B3C-921D-FF64A99B812C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65865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43FB4-E838-2968-63AC-858056AC3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44D21-AA96-792B-BB2F-2DA8E0B4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641AC-056F-12AE-D0A7-8847D1E08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D8674-1E62-BEF4-6A53-5C8DA780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FE08F-70EA-1C72-0925-24A0F21A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2042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50E1-AD1F-AA73-8CD9-60B11F2B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6C505-1CD4-CF68-E8BA-51BBE7E59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F1CB7-6E82-116D-022F-5C78AB3F8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BC380-22AD-3CF7-02F0-AA761E7A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835B9-AD7A-2D8F-A4FC-0871205C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748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844B-BBEA-C9CA-50ED-9C2BCC15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C28DD-52F5-B46C-E299-03B77B4B1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CCE20-0A9A-703F-A65F-2B8269022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BB7BA-9C8A-528F-D306-164BC315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B13BE-1D7E-4093-AEDF-BC30FBE4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2996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62DC-13FF-4504-A66C-6D7DA56A8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955D4-7167-9A7F-DD99-A73DBA64B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9977C-50E4-AD56-18C0-F92FB54A7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65C56-FD71-97A7-AE54-36CB1EE6C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7DF5A-3DE0-A3E7-4435-16135C058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2BAA4-1F70-E7A4-6363-DCCF8D6B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51483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FFF46-1F73-4430-5F28-83E7BD21B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8571-7758-7803-D5F3-D97031EDB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791FD-56C9-9AF8-5972-7CAD79E48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0AADA-D648-3EE8-0857-6781EF9CF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94F15-D805-8F4A-5CB5-92B896EBD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C7E28-A74E-F17A-3830-6324B073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DF527A-A9EB-C992-D62D-E10008F75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7E5D9F-0C24-28F3-45F8-AF883933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789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1622-1B71-65BE-6BBF-96B0AB192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D9AE5C-01F5-DB55-BBFC-1B8E72262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2ED07-461D-1508-C856-4E32F019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7BB51-9AD8-8668-D2FB-32F12E2C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9926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EFE6AC-0109-33E7-B610-514FEA83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15595-A9B0-ADD5-CD7E-70DB77EAB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22512-8147-05C0-B175-B346E39F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8886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4BA5-643E-13E0-597D-CEA045D2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46098-22BE-1EAD-2294-45C28D405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2068D-BC6C-D1B7-7EF3-5BEDDC06F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BD56C-8CB6-B8BB-2F09-BE00C3E5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C8345-20D6-21CD-34CC-C4BAA453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A62E1-5421-4BD7-315E-36835F09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03955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E813-6E6F-EA82-796C-C9DC191E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5321D-DF35-2D57-F170-22E916B9D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337E7-EBB2-1E0A-7581-7DF8AE553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5E858-B77D-87D6-2515-89F2321E9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659E2-5C89-7226-9CB8-9A68DDBB2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A3B19-C6EC-4FA7-328C-4D9BE329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965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5834-8CAF-0F44-1D04-D10C5B00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9FB1E-5061-5290-F3AF-39C9F1D80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69856-2C65-875C-412D-EB3BB05B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20E2F-9EDC-E59C-E1C4-EAAEF2A4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2CDC9-0AF3-4134-84E7-154AC10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0384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198CF-CC58-D12C-FBE2-8E6DC7AE9F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424E6-694D-2C94-6D41-C2CF0390C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B0BA7-9BF3-DC90-3284-89077078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B8A9B-EC8E-1D59-5579-7F66F52F2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BF814-6698-ABDA-67C7-09EC1D8E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46169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3149E1-8FD7-568C-6E34-105375B8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73466-6B32-0FB9-50C7-847DBB345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CD85C-8088-2843-7473-33653C914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86A10-3C07-CA84-9D59-1C283EE97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E778F-E11D-F56E-F623-6CD826E27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49538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showing a line of stock">
            <a:extLst>
              <a:ext uri="{FF2B5EF4-FFF2-40B4-BE49-F238E27FC236}">
                <a16:creationId xmlns:a16="http://schemas.microsoft.com/office/drawing/2014/main" id="{F8AAAC1C-E675-5074-50BB-F52922078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graph showing the price of a bull&#10;&#10;Description automatically generated with medium confidence">
            <a:extLst>
              <a:ext uri="{FF2B5EF4-FFF2-40B4-BE49-F238E27FC236}">
                <a16:creationId xmlns:a16="http://schemas.microsoft.com/office/drawing/2014/main" id="{68F3A544-AFDF-DC92-421E-1B62EDFF2A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5" y="727656"/>
            <a:ext cx="2991477" cy="1682706"/>
          </a:xfrm>
          <a:prstGeom prst="rect">
            <a:avLst/>
          </a:prstGeom>
        </p:spPr>
      </p:pic>
      <p:pic>
        <p:nvPicPr>
          <p:cNvPr id="10" name="Picture 9" descr="A graph showing the price of a bear&#10;&#10;Description automatically generated">
            <a:extLst>
              <a:ext uri="{FF2B5EF4-FFF2-40B4-BE49-F238E27FC236}">
                <a16:creationId xmlns:a16="http://schemas.microsoft.com/office/drawing/2014/main" id="{0A57222C-74E2-B246-F729-66C96E1488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695" y="4976077"/>
            <a:ext cx="3067317" cy="1725366"/>
          </a:xfrm>
          <a:prstGeom prst="rect">
            <a:avLst/>
          </a:prstGeom>
        </p:spPr>
      </p:pic>
      <p:pic>
        <p:nvPicPr>
          <p:cNvPr id="13" name="Picture 12" descr="A diagram of a stock market&#10;&#10;Description automatically generated">
            <a:extLst>
              <a:ext uri="{FF2B5EF4-FFF2-40B4-BE49-F238E27FC236}">
                <a16:creationId xmlns:a16="http://schemas.microsoft.com/office/drawing/2014/main" id="{25550C8E-5855-D3E9-3967-AAAA6FD41D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086" y="1306400"/>
            <a:ext cx="3015803" cy="1696389"/>
          </a:xfrm>
          <a:prstGeom prst="rect">
            <a:avLst/>
          </a:prstGeom>
        </p:spPr>
      </p:pic>
      <p:pic>
        <p:nvPicPr>
          <p:cNvPr id="16" name="Picture 15" descr="A graph of a stock market&#10;&#10;Description automatically generated with medium confidence">
            <a:extLst>
              <a:ext uri="{FF2B5EF4-FFF2-40B4-BE49-F238E27FC236}">
                <a16:creationId xmlns:a16="http://schemas.microsoft.com/office/drawing/2014/main" id="{8922A661-DF6F-E7F6-BB40-E024FF0DD2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772" y="4374792"/>
            <a:ext cx="3067318" cy="1725366"/>
          </a:xfrm>
          <a:prstGeom prst="rect">
            <a:avLst/>
          </a:prstGeom>
        </p:spPr>
      </p:pic>
      <p:pic>
        <p:nvPicPr>
          <p:cNvPr id="18" name="Picture 17" descr="A graph of a stock market&#10;&#10;Description automatically generated with medium confidence">
            <a:extLst>
              <a:ext uri="{FF2B5EF4-FFF2-40B4-BE49-F238E27FC236}">
                <a16:creationId xmlns:a16="http://schemas.microsoft.com/office/drawing/2014/main" id="{72D14516-FCDD-6A12-B331-77B881A5B5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293" y="757842"/>
            <a:ext cx="2911340" cy="163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02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Vorakan Thangsurbkul</dc:creator>
  <cp:lastModifiedBy>Vorakan Thangsurbkul</cp:lastModifiedBy>
  <cp:revision>1</cp:revision>
  <dcterms:created xsi:type="dcterms:W3CDTF">2024-09-13T05:12:49Z</dcterms:created>
  <dcterms:modified xsi:type="dcterms:W3CDTF">2024-10-31T05:38:10Z</dcterms:modified>
</cp:coreProperties>
</file>