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611844-C58C-4C3B-B279-2995BB3104AC}" v="6" dt="2024-09-25T05:02:39.804"/>
    <p1510:client id="{C96E0B16-E3DD-4AA4-AC36-B8FA89883AC1}" v="6" dt="2024-09-25T04:25:06.3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4" autoAdjust="0"/>
  </p:normalViewPr>
  <p:slideViewPr>
    <p:cSldViewPr snapToGrid="0">
      <p:cViewPr varScale="1">
        <p:scale>
          <a:sx n="146" d="100"/>
          <a:sy n="146" d="100"/>
        </p:scale>
        <p:origin x="126" y="3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rakan Thangsurbkul" userId="bc5ff030e26a0ccb" providerId="LiveId" clId="{C8356655-0FC3-4235-94A5-BFEE7555E11B}"/>
    <pc:docChg chg="undo custSel modSld">
      <pc:chgData name="Vorakan Thangsurbkul" userId="bc5ff030e26a0ccb" providerId="LiveId" clId="{C8356655-0FC3-4235-94A5-BFEE7555E11B}" dt="2024-09-13T05:36:09.827" v="108" actId="1076"/>
      <pc:docMkLst>
        <pc:docMk/>
      </pc:docMkLst>
      <pc:sldChg chg="addSp delSp modSp mod modClrScheme chgLayout">
        <pc:chgData name="Vorakan Thangsurbkul" userId="bc5ff030e26a0ccb" providerId="LiveId" clId="{C8356655-0FC3-4235-94A5-BFEE7555E11B}" dt="2024-09-13T05:36:09.827" v="108" actId="1076"/>
        <pc:sldMkLst>
          <pc:docMk/>
          <pc:sldMk cId="417702505" sldId="256"/>
        </pc:sldMkLst>
        <pc:spChg chg="del">
          <ac:chgData name="Vorakan Thangsurbkul" userId="bc5ff030e26a0ccb" providerId="LiveId" clId="{C8356655-0FC3-4235-94A5-BFEE7555E11B}" dt="2024-09-13T05:13:52.391" v="0" actId="700"/>
          <ac:spMkLst>
            <pc:docMk/>
            <pc:sldMk cId="417702505" sldId="256"/>
            <ac:spMk id="2" creationId="{3CF187AA-AB42-3791-E9BB-5C8663B34BC1}"/>
          </ac:spMkLst>
        </pc:spChg>
        <pc:spChg chg="del">
          <ac:chgData name="Vorakan Thangsurbkul" userId="bc5ff030e26a0ccb" providerId="LiveId" clId="{C8356655-0FC3-4235-94A5-BFEE7555E11B}" dt="2024-09-13T05:13:52.391" v="0" actId="700"/>
          <ac:spMkLst>
            <pc:docMk/>
            <pc:sldMk cId="417702505" sldId="256"/>
            <ac:spMk id="3" creationId="{7F55C9E0-FFC7-2020-FA06-C95DE1557BD3}"/>
          </ac:spMkLst>
        </pc:sp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5" creationId="{F3E73081-69EE-826C-8A76-11BACBF9E0F1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7" creationId="{E73A2DEA-1FB6-09B8-9651-23E416976D95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9" creationId="{740E158B-05CC-E293-5F55-A5E72111DA1F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1" creationId="{6A6B3733-B9BE-5F48-E8F4-43A05098B922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3" creationId="{3D4AAF31-0C29-40DD-360C-C5A5090F21C2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5" creationId="{607146AD-D176-F526-3E4D-1A60BD942A44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7" creationId="{4ECC3A8A-42B5-8FBA-ECF4-400151271679}"/>
          </ac:picMkLst>
        </pc:picChg>
        <pc:picChg chg="add del mod">
          <ac:chgData name="Vorakan Thangsurbkul" userId="bc5ff030e26a0ccb" providerId="LiveId" clId="{C8356655-0FC3-4235-94A5-BFEE7555E11B}" dt="2024-09-13T05:19:47.701" v="36" actId="21"/>
          <ac:picMkLst>
            <pc:docMk/>
            <pc:sldMk cId="417702505" sldId="256"/>
            <ac:picMk id="19" creationId="{75A84E52-06BB-82F2-5423-594EB16129EC}"/>
          </ac:picMkLst>
        </pc:picChg>
        <pc:picChg chg="add del mod">
          <ac:chgData name="Vorakan Thangsurbkul" userId="bc5ff030e26a0ccb" providerId="LiveId" clId="{C8356655-0FC3-4235-94A5-BFEE7555E11B}" dt="2024-09-13T05:19:44.880" v="35" actId="21"/>
          <ac:picMkLst>
            <pc:docMk/>
            <pc:sldMk cId="417702505" sldId="256"/>
            <ac:picMk id="21" creationId="{13DFB96F-E2BE-AA77-E7B7-F469C87EDC01}"/>
          </ac:picMkLst>
        </pc:picChg>
        <pc:picChg chg="add mod ord">
          <ac:chgData name="Vorakan Thangsurbkul" userId="bc5ff030e26a0ccb" providerId="LiveId" clId="{C8356655-0FC3-4235-94A5-BFEE7555E11B}" dt="2024-09-13T05:31:35.140" v="83" actId="1076"/>
          <ac:picMkLst>
            <pc:docMk/>
            <pc:sldMk cId="417702505" sldId="256"/>
            <ac:picMk id="23" creationId="{13FC782C-9871-650A-8EA1-FE7B68B40BA8}"/>
          </ac:picMkLst>
        </pc:picChg>
        <pc:picChg chg="add mod ord">
          <ac:chgData name="Vorakan Thangsurbkul" userId="bc5ff030e26a0ccb" providerId="LiveId" clId="{C8356655-0FC3-4235-94A5-BFEE7555E11B}" dt="2024-09-13T05:33:33.214" v="91" actId="1076"/>
          <ac:picMkLst>
            <pc:docMk/>
            <pc:sldMk cId="417702505" sldId="256"/>
            <ac:picMk id="25" creationId="{E934BDE4-723B-BF5E-8694-B29E821F0146}"/>
          </ac:picMkLst>
        </pc:picChg>
        <pc:picChg chg="add del mod ord">
          <ac:chgData name="Vorakan Thangsurbkul" userId="bc5ff030e26a0ccb" providerId="LiveId" clId="{C8356655-0FC3-4235-94A5-BFEE7555E11B}" dt="2024-09-13T05:32:04.601" v="84" actId="21"/>
          <ac:picMkLst>
            <pc:docMk/>
            <pc:sldMk cId="417702505" sldId="256"/>
            <ac:picMk id="27" creationId="{1FC812B2-32B4-AB4E-92A4-278299B0CE2F}"/>
          </ac:picMkLst>
        </pc:picChg>
        <pc:picChg chg="add mod ord">
          <ac:chgData name="Vorakan Thangsurbkul" userId="bc5ff030e26a0ccb" providerId="LiveId" clId="{C8356655-0FC3-4235-94A5-BFEE7555E11B}" dt="2024-09-13T05:33:22.888" v="90" actId="14100"/>
          <ac:picMkLst>
            <pc:docMk/>
            <pc:sldMk cId="417702505" sldId="256"/>
            <ac:picMk id="29" creationId="{AF21F8CE-BAC6-D75F-8FD0-E50B4A59C498}"/>
          </ac:picMkLst>
        </pc:picChg>
        <pc:picChg chg="add mod">
          <ac:chgData name="Vorakan Thangsurbkul" userId="bc5ff030e26a0ccb" providerId="LiveId" clId="{C8356655-0FC3-4235-94A5-BFEE7555E11B}" dt="2024-09-13T05:34:13.294" v="99" actId="1076"/>
          <ac:picMkLst>
            <pc:docMk/>
            <pc:sldMk cId="417702505" sldId="256"/>
            <ac:picMk id="31" creationId="{65A739AF-4BFB-5FE9-D670-E0E75163E929}"/>
          </ac:picMkLst>
        </pc:picChg>
        <pc:picChg chg="add mod">
          <ac:chgData name="Vorakan Thangsurbkul" userId="bc5ff030e26a0ccb" providerId="LiveId" clId="{C8356655-0FC3-4235-94A5-BFEE7555E11B}" dt="2024-09-13T05:36:09.827" v="108" actId="1076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C96E0B16-E3DD-4AA4-AC36-B8FA89883AC1}"/>
    <pc:docChg chg="custSel modSld">
      <pc:chgData name="Vorakan Thangsurbkul" userId="bc5ff030e26a0ccb" providerId="LiveId" clId="{C96E0B16-E3DD-4AA4-AC36-B8FA89883AC1}" dt="2024-09-25T04:25:27.778" v="49" actId="1076"/>
      <pc:docMkLst>
        <pc:docMk/>
      </pc:docMkLst>
      <pc:sldChg chg="addSp delSp modSp mod">
        <pc:chgData name="Vorakan Thangsurbkul" userId="bc5ff030e26a0ccb" providerId="LiveId" clId="{C96E0B16-E3DD-4AA4-AC36-B8FA89883AC1}" dt="2024-09-25T04:25:27.778" v="49" actId="1076"/>
        <pc:sldMkLst>
          <pc:docMk/>
          <pc:sldMk cId="417702505" sldId="256"/>
        </pc:sldMkLst>
        <pc:picChg chg="add mod">
          <ac:chgData name="Vorakan Thangsurbkul" userId="bc5ff030e26a0ccb" providerId="LiveId" clId="{C96E0B16-E3DD-4AA4-AC36-B8FA89883AC1}" dt="2024-09-15T11:41:23.492" v="10" actId="14100"/>
          <ac:picMkLst>
            <pc:docMk/>
            <pc:sldMk cId="417702505" sldId="256"/>
            <ac:picMk id="3" creationId="{F31283F5-27B6-FDBF-1625-39808D512A42}"/>
          </ac:picMkLst>
        </pc:picChg>
        <pc:picChg chg="add mod">
          <ac:chgData name="Vorakan Thangsurbkul" userId="bc5ff030e26a0ccb" providerId="LiveId" clId="{C96E0B16-E3DD-4AA4-AC36-B8FA89883AC1}" dt="2024-09-25T04:25:27.778" v="49" actId="1076"/>
          <ac:picMkLst>
            <pc:docMk/>
            <pc:sldMk cId="417702505" sldId="256"/>
            <ac:picMk id="4" creationId="{2B7FC9A9-4D3B-82B7-D54F-0DC30CEC285E}"/>
          </ac:picMkLst>
        </pc:picChg>
        <pc:picChg chg="add mod">
          <ac:chgData name="Vorakan Thangsurbkul" userId="bc5ff030e26a0ccb" providerId="LiveId" clId="{C96E0B16-E3DD-4AA4-AC36-B8FA89883AC1}" dt="2024-09-15T11:42:19.204" v="22" actId="14100"/>
          <ac:picMkLst>
            <pc:docMk/>
            <pc:sldMk cId="417702505" sldId="256"/>
            <ac:picMk id="5" creationId="{FB41D632-FF51-F01E-4F1B-109DE14DA773}"/>
          </ac:picMkLst>
        </pc:picChg>
        <pc:picChg chg="add mod">
          <ac:chgData name="Vorakan Thangsurbkul" userId="bc5ff030e26a0ccb" providerId="LiveId" clId="{C96E0B16-E3DD-4AA4-AC36-B8FA89883AC1}" dt="2024-09-15T11:42:59.826" v="26" actId="1076"/>
          <ac:picMkLst>
            <pc:docMk/>
            <pc:sldMk cId="417702505" sldId="256"/>
            <ac:picMk id="7" creationId="{2912036E-C6A2-C5E8-113C-3BAF913968D9}"/>
          </ac:picMkLst>
        </pc:picChg>
        <pc:picChg chg="add mod">
          <ac:chgData name="Vorakan Thangsurbkul" userId="bc5ff030e26a0ccb" providerId="LiveId" clId="{C96E0B16-E3DD-4AA4-AC36-B8FA89883AC1}" dt="2024-09-15T11:45:11.106" v="36" actId="1076"/>
          <ac:picMkLst>
            <pc:docMk/>
            <pc:sldMk cId="417702505" sldId="256"/>
            <ac:picMk id="9" creationId="{8F8E0473-A278-9F80-9B6A-4C5EA24C725F}"/>
          </ac:picMkLst>
        </pc:picChg>
        <pc:picChg chg="add mod">
          <ac:chgData name="Vorakan Thangsurbkul" userId="bc5ff030e26a0ccb" providerId="LiveId" clId="{C96E0B16-E3DD-4AA4-AC36-B8FA89883AC1}" dt="2024-09-15T11:45:38.051" v="41" actId="1076"/>
          <ac:picMkLst>
            <pc:docMk/>
            <pc:sldMk cId="417702505" sldId="256"/>
            <ac:picMk id="11" creationId="{E148B782-32AB-26B4-F0C9-A7ADF73FDDAF}"/>
          </ac:picMkLst>
        </pc:picChg>
        <pc:picChg chg="del">
          <ac:chgData name="Vorakan Thangsurbkul" userId="bc5ff030e26a0ccb" providerId="LiveId" clId="{C96E0B16-E3DD-4AA4-AC36-B8FA89883AC1}" dt="2024-09-15T11:40:25.748" v="3" actId="478"/>
          <ac:picMkLst>
            <pc:docMk/>
            <pc:sldMk cId="417702505" sldId="256"/>
            <ac:picMk id="23" creationId="{13FC782C-9871-650A-8EA1-FE7B68B40BA8}"/>
          </ac:picMkLst>
        </pc:picChg>
        <pc:picChg chg="del">
          <ac:chgData name="Vorakan Thangsurbkul" userId="bc5ff030e26a0ccb" providerId="LiveId" clId="{C96E0B16-E3DD-4AA4-AC36-B8FA89883AC1}" dt="2024-09-15T11:40:22.100" v="0" actId="478"/>
          <ac:picMkLst>
            <pc:docMk/>
            <pc:sldMk cId="417702505" sldId="256"/>
            <ac:picMk id="25" creationId="{E934BDE4-723B-BF5E-8694-B29E821F0146}"/>
          </ac:picMkLst>
        </pc:picChg>
        <pc:picChg chg="del">
          <ac:chgData name="Vorakan Thangsurbkul" userId="bc5ff030e26a0ccb" providerId="LiveId" clId="{C96E0B16-E3DD-4AA4-AC36-B8FA89883AC1}" dt="2024-09-15T11:40:26.759" v="4" actId="478"/>
          <ac:picMkLst>
            <pc:docMk/>
            <pc:sldMk cId="417702505" sldId="256"/>
            <ac:picMk id="29" creationId="{AF21F8CE-BAC6-D75F-8FD0-E50B4A59C498}"/>
          </ac:picMkLst>
        </pc:picChg>
        <pc:picChg chg="del">
          <ac:chgData name="Vorakan Thangsurbkul" userId="bc5ff030e26a0ccb" providerId="LiveId" clId="{C96E0B16-E3DD-4AA4-AC36-B8FA89883AC1}" dt="2024-09-15T11:40:25.117" v="2" actId="478"/>
          <ac:picMkLst>
            <pc:docMk/>
            <pc:sldMk cId="417702505" sldId="256"/>
            <ac:picMk id="31" creationId="{65A739AF-4BFB-5FE9-D670-E0E75163E929}"/>
          </ac:picMkLst>
        </pc:picChg>
        <pc:picChg chg="del">
          <ac:chgData name="Vorakan Thangsurbkul" userId="bc5ff030e26a0ccb" providerId="LiveId" clId="{C96E0B16-E3DD-4AA4-AC36-B8FA89883AC1}" dt="2024-09-15T11:40:24.211" v="1" actId="478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6A611844-C58C-4C3B-B279-2995BB3104AC}"/>
    <pc:docChg chg="custSel modSld">
      <pc:chgData name="Vorakan Thangsurbkul" userId="bc5ff030e26a0ccb" providerId="LiveId" clId="{6A611844-C58C-4C3B-B279-2995BB3104AC}" dt="2024-09-25T05:03:02.509" v="53" actId="1076"/>
      <pc:docMkLst>
        <pc:docMk/>
      </pc:docMkLst>
      <pc:sldChg chg="addSp delSp modSp mod">
        <pc:chgData name="Vorakan Thangsurbkul" userId="bc5ff030e26a0ccb" providerId="LiveId" clId="{6A611844-C58C-4C3B-B279-2995BB3104AC}" dt="2024-09-25T05:03:02.509" v="53" actId="1076"/>
        <pc:sldMkLst>
          <pc:docMk/>
          <pc:sldMk cId="417702505" sldId="256"/>
        </pc:sldMkLst>
        <pc:picChg chg="del">
          <ac:chgData name="Vorakan Thangsurbkul" userId="bc5ff030e26a0ccb" providerId="LiveId" clId="{6A611844-C58C-4C3B-B279-2995BB3104AC}" dt="2024-09-25T04:58:18.507" v="5" actId="478"/>
          <ac:picMkLst>
            <pc:docMk/>
            <pc:sldMk cId="417702505" sldId="256"/>
            <ac:picMk id="3" creationId="{F31283F5-27B6-FDBF-1625-39808D512A42}"/>
          </ac:picMkLst>
        </pc:picChg>
        <pc:picChg chg="del">
          <ac:chgData name="Vorakan Thangsurbkul" userId="bc5ff030e26a0ccb" providerId="LiveId" clId="{6A611844-C58C-4C3B-B279-2995BB3104AC}" dt="2024-09-25T04:58:17.273" v="3" actId="478"/>
          <ac:picMkLst>
            <pc:docMk/>
            <pc:sldMk cId="417702505" sldId="256"/>
            <ac:picMk id="4" creationId="{2B7FC9A9-4D3B-82B7-D54F-0DC30CEC285E}"/>
          </ac:picMkLst>
        </pc:picChg>
        <pc:picChg chg="del">
          <ac:chgData name="Vorakan Thangsurbkul" userId="bc5ff030e26a0ccb" providerId="LiveId" clId="{6A611844-C58C-4C3B-B279-2995BB3104AC}" dt="2024-09-25T04:58:16.605" v="2" actId="478"/>
          <ac:picMkLst>
            <pc:docMk/>
            <pc:sldMk cId="417702505" sldId="256"/>
            <ac:picMk id="5" creationId="{FB41D632-FF51-F01E-4F1B-109DE14DA773}"/>
          </ac:picMkLst>
        </pc:picChg>
        <pc:picChg chg="add mod">
          <ac:chgData name="Vorakan Thangsurbkul" userId="bc5ff030e26a0ccb" providerId="LiveId" clId="{6A611844-C58C-4C3B-B279-2995BB3104AC}" dt="2024-09-25T05:02:28.881" v="46" actId="1076"/>
          <ac:picMkLst>
            <pc:docMk/>
            <pc:sldMk cId="417702505" sldId="256"/>
            <ac:picMk id="6" creationId="{0B35C911-11BF-C1D7-FB77-B4DBC7BEDDE8}"/>
          </ac:picMkLst>
        </pc:picChg>
        <pc:picChg chg="del">
          <ac:chgData name="Vorakan Thangsurbkul" userId="bc5ff030e26a0ccb" providerId="LiveId" clId="{6A611844-C58C-4C3B-B279-2995BB3104AC}" dt="2024-09-25T04:58:15.325" v="0" actId="478"/>
          <ac:picMkLst>
            <pc:docMk/>
            <pc:sldMk cId="417702505" sldId="256"/>
            <ac:picMk id="7" creationId="{2912036E-C6A2-C5E8-113C-3BAF913968D9}"/>
          </ac:picMkLst>
        </pc:picChg>
        <pc:picChg chg="del">
          <ac:chgData name="Vorakan Thangsurbkul" userId="bc5ff030e26a0ccb" providerId="LiveId" clId="{6A611844-C58C-4C3B-B279-2995BB3104AC}" dt="2024-09-25T04:58:15.973" v="1" actId="478"/>
          <ac:picMkLst>
            <pc:docMk/>
            <pc:sldMk cId="417702505" sldId="256"/>
            <ac:picMk id="9" creationId="{8F8E0473-A278-9F80-9B6A-4C5EA24C725F}"/>
          </ac:picMkLst>
        </pc:picChg>
        <pc:picChg chg="add mod">
          <ac:chgData name="Vorakan Thangsurbkul" userId="bc5ff030e26a0ccb" providerId="LiveId" clId="{6A611844-C58C-4C3B-B279-2995BB3104AC}" dt="2024-09-25T05:02:02.285" v="41" actId="1076"/>
          <ac:picMkLst>
            <pc:docMk/>
            <pc:sldMk cId="417702505" sldId="256"/>
            <ac:picMk id="10" creationId="{14BA2B74-FB2B-3E65-54FC-E67CF5852FF2}"/>
          </ac:picMkLst>
        </pc:picChg>
        <pc:picChg chg="del">
          <ac:chgData name="Vorakan Thangsurbkul" userId="bc5ff030e26a0ccb" providerId="LiveId" clId="{6A611844-C58C-4C3B-B279-2995BB3104AC}" dt="2024-09-25T04:58:17.795" v="4" actId="478"/>
          <ac:picMkLst>
            <pc:docMk/>
            <pc:sldMk cId="417702505" sldId="256"/>
            <ac:picMk id="11" creationId="{E148B782-32AB-26B4-F0C9-A7ADF73FDDAF}"/>
          </ac:picMkLst>
        </pc:picChg>
        <pc:picChg chg="add mod">
          <ac:chgData name="Vorakan Thangsurbkul" userId="bc5ff030e26a0ccb" providerId="LiveId" clId="{6A611844-C58C-4C3B-B279-2995BB3104AC}" dt="2024-09-25T04:59:41.158" v="23" actId="1076"/>
          <ac:picMkLst>
            <pc:docMk/>
            <pc:sldMk cId="417702505" sldId="256"/>
            <ac:picMk id="13" creationId="{9EB40F9A-692D-700E-6BAC-0A9909F7DDDD}"/>
          </ac:picMkLst>
        </pc:picChg>
        <pc:picChg chg="add mod">
          <ac:chgData name="Vorakan Thangsurbkul" userId="bc5ff030e26a0ccb" providerId="LiveId" clId="{6A611844-C58C-4C3B-B279-2995BB3104AC}" dt="2024-09-25T05:02:16.142" v="43" actId="1076"/>
          <ac:picMkLst>
            <pc:docMk/>
            <pc:sldMk cId="417702505" sldId="256"/>
            <ac:picMk id="15" creationId="{43231C55-C271-6026-D44F-4B5F32DB37C9}"/>
          </ac:picMkLst>
        </pc:picChg>
        <pc:picChg chg="add mod">
          <ac:chgData name="Vorakan Thangsurbkul" userId="bc5ff030e26a0ccb" providerId="LiveId" clId="{6A611844-C58C-4C3B-B279-2995BB3104AC}" dt="2024-09-25T05:02:55.813" v="52" actId="1076"/>
          <ac:picMkLst>
            <pc:docMk/>
            <pc:sldMk cId="417702505" sldId="256"/>
            <ac:picMk id="17" creationId="{D8D04D57-C33B-4784-2E29-DD8B031A8C5D}"/>
          </ac:picMkLst>
        </pc:picChg>
        <pc:picChg chg="add mod">
          <ac:chgData name="Vorakan Thangsurbkul" userId="bc5ff030e26a0ccb" providerId="LiveId" clId="{6A611844-C58C-4C3B-B279-2995BB3104AC}" dt="2024-09-25T05:03:02.509" v="53" actId="1076"/>
          <ac:picMkLst>
            <pc:docMk/>
            <pc:sldMk cId="417702505" sldId="256"/>
            <ac:picMk id="19" creationId="{AA94C0F6-084D-207E-D60A-0C440AAF6535}"/>
          </ac:picMkLst>
        </pc:picChg>
      </pc:sldChg>
    </pc:docChg>
  </pc:docChgLst>
  <pc:docChgLst>
    <pc:chgData name="Vorakan Thangsurbkul" userId="bc5ff030e26a0ccb" providerId="LiveId" clId="{C25C2E04-A14B-428E-B274-328AF7FB2A35}"/>
    <pc:docChg chg="modSld">
      <pc:chgData name="Vorakan Thangsurbkul" userId="bc5ff030e26a0ccb" providerId="LiveId" clId="{C25C2E04-A14B-428E-B274-328AF7FB2A35}" dt="2024-09-13T06:01:14.821" v="25" actId="1076"/>
      <pc:docMkLst>
        <pc:docMk/>
      </pc:docMkLst>
      <pc:sldChg chg="modSp mod">
        <pc:chgData name="Vorakan Thangsurbkul" userId="bc5ff030e26a0ccb" providerId="LiveId" clId="{C25C2E04-A14B-428E-B274-328AF7FB2A35}" dt="2024-09-13T06:01:14.821" v="25" actId="1076"/>
        <pc:sldMkLst>
          <pc:docMk/>
          <pc:sldMk cId="417702505" sldId="256"/>
        </pc:sldMkLst>
        <pc:picChg chg="mod">
          <ac:chgData name="Vorakan Thangsurbkul" userId="bc5ff030e26a0ccb" providerId="LiveId" clId="{C25C2E04-A14B-428E-B274-328AF7FB2A35}" dt="2024-09-13T06:00:29.439" v="18" actId="1076"/>
          <ac:picMkLst>
            <pc:docMk/>
            <pc:sldMk cId="417702505" sldId="256"/>
            <ac:picMk id="23" creationId="{13FC782C-9871-650A-8EA1-FE7B68B40BA8}"/>
          </ac:picMkLst>
        </pc:picChg>
        <pc:picChg chg="mod">
          <ac:chgData name="Vorakan Thangsurbkul" userId="bc5ff030e26a0ccb" providerId="LiveId" clId="{C25C2E04-A14B-428E-B274-328AF7FB2A35}" dt="2024-09-13T06:00:43.561" v="20" actId="14100"/>
          <ac:picMkLst>
            <pc:docMk/>
            <pc:sldMk cId="417702505" sldId="256"/>
            <ac:picMk id="25" creationId="{E934BDE4-723B-BF5E-8694-B29E821F0146}"/>
          </ac:picMkLst>
        </pc:picChg>
        <pc:picChg chg="mod">
          <ac:chgData name="Vorakan Thangsurbkul" userId="bc5ff030e26a0ccb" providerId="LiveId" clId="{C25C2E04-A14B-428E-B274-328AF7FB2A35}" dt="2024-09-13T06:00:56.545" v="22" actId="1076"/>
          <ac:picMkLst>
            <pc:docMk/>
            <pc:sldMk cId="417702505" sldId="256"/>
            <ac:picMk id="31" creationId="{65A739AF-4BFB-5FE9-D670-E0E75163E929}"/>
          </ac:picMkLst>
        </pc:picChg>
        <pc:picChg chg="mod">
          <ac:chgData name="Vorakan Thangsurbkul" userId="bc5ff030e26a0ccb" providerId="LiveId" clId="{C25C2E04-A14B-428E-B274-328AF7FB2A35}" dt="2024-09-13T06:01:14.821" v="25" actId="1076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4D23D-5107-4F5F-890E-EE4FB46FE174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AC552-6077-4B3C-921D-FF64A99B812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1980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AC552-6077-4B3C-921D-FF64A99B812C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65865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3FB4-E838-2968-63AC-858056AC3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44D21-AA96-792B-BB2F-2DA8E0B4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641AC-056F-12AE-D0A7-8847D1E08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D8674-1E62-BEF4-6A53-5C8DA780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FE08F-70EA-1C72-0925-24A0F21A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2042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50E1-AD1F-AA73-8CD9-60B11F2B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6C505-1CD4-CF68-E8BA-51BBE7E5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F1CB7-6E82-116D-022F-5C78AB3F8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BC380-22AD-3CF7-02F0-AA761E7A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835B9-AD7A-2D8F-A4FC-0871205C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748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844B-BBEA-C9CA-50ED-9C2BCC15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C28DD-52F5-B46C-E299-03B77B4B1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CCE20-0A9A-703F-A65F-2B826902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BB7BA-9C8A-528F-D306-164BC315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B13BE-1D7E-4093-AEDF-BC30FBE4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2996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62DC-13FF-4504-A66C-6D7DA56A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955D4-7167-9A7F-DD99-A73DBA64B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9977C-50E4-AD56-18C0-F92FB54A7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65C56-FD71-97A7-AE54-36CB1EE6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7DF5A-3DE0-A3E7-4435-16135C05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2BAA4-1F70-E7A4-6363-DCCF8D6B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5148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FFF46-1F73-4430-5F28-83E7BD21B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8571-7758-7803-D5F3-D97031EDB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791FD-56C9-9AF8-5972-7CAD79E48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0AADA-D648-3EE8-0857-6781EF9CF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94F15-D805-8F4A-5CB5-92B896EBD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C7E28-A74E-F17A-3830-6324B073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F527A-A9EB-C992-D62D-E10008F7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7E5D9F-0C24-28F3-45F8-AF883933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789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1622-1B71-65BE-6BBF-96B0AB192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9AE5C-01F5-DB55-BBFC-1B8E7226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2ED07-461D-1508-C856-4E32F019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7BB51-9AD8-8668-D2FB-32F12E2C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9926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EFE6AC-0109-33E7-B610-514FEA83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15595-A9B0-ADD5-CD7E-70DB77EAB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22512-8147-05C0-B175-B346E39F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886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4BA5-643E-13E0-597D-CEA045D2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46098-22BE-1EAD-2294-45C28D405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2068D-BC6C-D1B7-7EF3-5BEDDC06F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BD56C-8CB6-B8BB-2F09-BE00C3E5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C8345-20D6-21CD-34CC-C4BAA453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A62E1-5421-4BD7-315E-36835F09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0395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E813-6E6F-EA82-796C-C9DC191E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5321D-DF35-2D57-F170-22E916B9D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337E7-EBB2-1E0A-7581-7DF8AE553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5E858-B77D-87D6-2515-89F2321E9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659E2-5C89-7226-9CB8-9A68DDBB2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A3B19-C6EC-4FA7-328C-4D9BE329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965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5834-8CAF-0F44-1D04-D10C5B00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9FB1E-5061-5290-F3AF-39C9F1D80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69856-2C65-875C-412D-EB3BB05B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20E2F-9EDC-E59C-E1C4-EAAEF2A4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2CDC9-0AF3-4134-84E7-154AC10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0384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198CF-CC58-D12C-FBE2-8E6DC7AE9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424E6-694D-2C94-6D41-C2CF0390C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B0BA7-9BF3-DC90-3284-89077078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B8A9B-EC8E-1D59-5579-7F66F52F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BF814-6698-ABDA-67C7-09EC1D8E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6169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149E1-8FD7-568C-6E34-105375B8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73466-6B32-0FB9-50C7-847DBB345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CD85C-8088-2843-7473-33653C914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86A10-3C07-CA84-9D59-1C283EE97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E778F-E11D-F56E-F623-6CD826E27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49538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a stock market&#10;&#10;Description automatically generated">
            <a:extLst>
              <a:ext uri="{FF2B5EF4-FFF2-40B4-BE49-F238E27FC236}">
                <a16:creationId xmlns:a16="http://schemas.microsoft.com/office/drawing/2014/main" id="{0B35C911-11BF-C1D7-FB77-B4DBC7BEDD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1846"/>
            <a:ext cx="12192000" cy="6858000"/>
          </a:xfrm>
          <a:prstGeom prst="rect">
            <a:avLst/>
          </a:prstGeom>
        </p:spPr>
      </p:pic>
      <p:pic>
        <p:nvPicPr>
          <p:cNvPr id="10" name="Picture 9" descr="A diagram of a bull trap&#10;&#10;Description automatically generated">
            <a:extLst>
              <a:ext uri="{FF2B5EF4-FFF2-40B4-BE49-F238E27FC236}">
                <a16:creationId xmlns:a16="http://schemas.microsoft.com/office/drawing/2014/main" id="{14BA2B74-FB2B-3E65-54FC-E67CF5852F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9" y="3253059"/>
            <a:ext cx="3228701" cy="1816145"/>
          </a:xfrm>
          <a:prstGeom prst="rect">
            <a:avLst/>
          </a:prstGeom>
        </p:spPr>
      </p:pic>
      <p:pic>
        <p:nvPicPr>
          <p:cNvPr id="13" name="Picture 12" descr="A graph of a stock market&#10;&#10;Description automatically generated with medium confidence">
            <a:extLst>
              <a:ext uri="{FF2B5EF4-FFF2-40B4-BE49-F238E27FC236}">
                <a16:creationId xmlns:a16="http://schemas.microsoft.com/office/drawing/2014/main" id="{9EB40F9A-692D-700E-6BAC-0A9909F7DD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" y="184512"/>
            <a:ext cx="3609703" cy="2030458"/>
          </a:xfrm>
          <a:prstGeom prst="rect">
            <a:avLst/>
          </a:prstGeom>
        </p:spPr>
      </p:pic>
      <p:pic>
        <p:nvPicPr>
          <p:cNvPr id="15" name="Picture 14" descr="A diagram of a bearish strategy&#10;&#10;Description automatically generated with medium confidence">
            <a:extLst>
              <a:ext uri="{FF2B5EF4-FFF2-40B4-BE49-F238E27FC236}">
                <a16:creationId xmlns:a16="http://schemas.microsoft.com/office/drawing/2014/main" id="{43231C55-C271-6026-D44F-4B5F32DB37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297" y="4469128"/>
            <a:ext cx="3609704" cy="2030458"/>
          </a:xfrm>
          <a:prstGeom prst="rect">
            <a:avLst/>
          </a:prstGeom>
        </p:spPr>
      </p:pic>
      <p:pic>
        <p:nvPicPr>
          <p:cNvPr id="17" name="Picture 16" descr="A graph of a bullish trend&#10;&#10;Description automatically generated with medium confidence">
            <a:extLst>
              <a:ext uri="{FF2B5EF4-FFF2-40B4-BE49-F238E27FC236}">
                <a16:creationId xmlns:a16="http://schemas.microsoft.com/office/drawing/2014/main" id="{D8D04D57-C33B-4784-2E29-DD8B031A8C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001" y="2588078"/>
            <a:ext cx="3344090" cy="1881050"/>
          </a:xfrm>
          <a:prstGeom prst="rect">
            <a:avLst/>
          </a:prstGeom>
        </p:spPr>
      </p:pic>
      <p:pic>
        <p:nvPicPr>
          <p:cNvPr id="19" name="Picture 18" descr="A graph of a stock market&#10;&#10;Description automatically generated with medium confidence">
            <a:extLst>
              <a:ext uri="{FF2B5EF4-FFF2-40B4-BE49-F238E27FC236}">
                <a16:creationId xmlns:a16="http://schemas.microsoft.com/office/drawing/2014/main" id="{AA94C0F6-084D-207E-D60A-0C440AAF65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730" y="4571999"/>
            <a:ext cx="3508103" cy="197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02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Vorakan Thangsurbkul</dc:creator>
  <cp:lastModifiedBy>Vorakan Thangsurbkul</cp:lastModifiedBy>
  <cp:revision>1</cp:revision>
  <dcterms:created xsi:type="dcterms:W3CDTF">2024-09-13T05:12:49Z</dcterms:created>
  <dcterms:modified xsi:type="dcterms:W3CDTF">2024-09-25T05:03:13Z</dcterms:modified>
</cp:coreProperties>
</file>