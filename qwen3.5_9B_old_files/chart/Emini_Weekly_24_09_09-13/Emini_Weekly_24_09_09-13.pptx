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E0B16-E3DD-4AA4-AC36-B8FA89883AC1}" v="6" dt="2024-09-25T04:25:06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6" d="100"/>
          <a:sy n="146" d="100"/>
        </p:scale>
        <p:origin x="126" y="3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25/09/67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line of stock&#10;&#10;Description automatically generated with medium confidence">
            <a:extLst>
              <a:ext uri="{FF2B5EF4-FFF2-40B4-BE49-F238E27FC236}">
                <a16:creationId xmlns:a16="http://schemas.microsoft.com/office/drawing/2014/main" id="{F31283F5-27B6-FDBF-1625-39808D512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graph showing a curve&#10;&#10;Description automatically generated with medium confidence">
            <a:extLst>
              <a:ext uri="{FF2B5EF4-FFF2-40B4-BE49-F238E27FC236}">
                <a16:creationId xmlns:a16="http://schemas.microsoft.com/office/drawing/2014/main" id="{FB41D632-FF51-F01E-4F1B-109DE14DA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99446"/>
            <a:ext cx="3154681" cy="1774508"/>
          </a:xfrm>
          <a:prstGeom prst="rect">
            <a:avLst/>
          </a:prstGeom>
        </p:spPr>
      </p:pic>
      <p:pic>
        <p:nvPicPr>
          <p:cNvPr id="7" name="Picture 6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2912036E-C6A2-C5E8-113C-3BAF913968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59" y="165327"/>
            <a:ext cx="3345543" cy="1881868"/>
          </a:xfrm>
          <a:prstGeom prst="rect">
            <a:avLst/>
          </a:prstGeom>
        </p:spPr>
      </p:pic>
      <p:pic>
        <p:nvPicPr>
          <p:cNvPr id="9" name="Picture 8" descr="A graph of a bullish trend&#10;&#10;Description automatically generated with medium confidence">
            <a:extLst>
              <a:ext uri="{FF2B5EF4-FFF2-40B4-BE49-F238E27FC236}">
                <a16:creationId xmlns:a16="http://schemas.microsoft.com/office/drawing/2014/main" id="{8F8E0473-A278-9F80-9B6A-4C5EA24C72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90" y="165327"/>
            <a:ext cx="3345543" cy="1881868"/>
          </a:xfrm>
          <a:prstGeom prst="rect">
            <a:avLst/>
          </a:prstGeom>
        </p:spPr>
      </p:pic>
      <p:pic>
        <p:nvPicPr>
          <p:cNvPr id="11" name="Picture 10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E148B782-32AB-26B4-F0C9-A7ADF73FDD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28" y="4578531"/>
            <a:ext cx="3345543" cy="1881868"/>
          </a:xfrm>
          <a:prstGeom prst="rect">
            <a:avLst/>
          </a:prstGeom>
        </p:spPr>
      </p:pic>
      <p:pic>
        <p:nvPicPr>
          <p:cNvPr id="4" name="Picture 3" descr="A graph of a bull trend&#10;&#10;Description automatically generated">
            <a:extLst>
              <a:ext uri="{FF2B5EF4-FFF2-40B4-BE49-F238E27FC236}">
                <a16:creationId xmlns:a16="http://schemas.microsoft.com/office/drawing/2014/main" id="{2B7FC9A9-4D3B-82B7-D54F-0DC30CEC28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805" y="2488066"/>
            <a:ext cx="3345543" cy="188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2024-09-25T04:25:35Z</dcterms:modified>
</cp:coreProperties>
</file>